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3" r:id="rId3"/>
    <p:sldId id="309" r:id="rId4"/>
    <p:sldId id="31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F54A3C-C9BE-4858-879B-985E3E5273AB}">
          <p14:sldIdLst>
            <p14:sldId id="256"/>
          </p14:sldIdLst>
        </p14:section>
        <p14:section name="Project Brief" id="{FC462A48-5C13-4F6C-9F4B-C471031457F8}">
          <p14:sldIdLst>
            <p14:sldId id="263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BFFAFC-5F93-7266-7FF2-5C2774B3E462}" name="Saiyam Shah" initials="SS" userId="bfc7522abbcc58b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15F"/>
    <a:srgbClr val="005A80"/>
    <a:srgbClr val="FFE8E7"/>
    <a:srgbClr val="93BDBD"/>
    <a:srgbClr val="FFFF3F"/>
    <a:srgbClr val="CDF1FF"/>
    <a:srgbClr val="FFA5A3"/>
    <a:srgbClr val="FF534F"/>
    <a:srgbClr val="FFC6C5"/>
    <a:srgbClr val="005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297EEA-5CC4-484D-91AA-495C7A6C6BD1}" v="2" dt="2024-11-23T08:54:45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66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9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yam Shah" userId="bfc7522abbcc58b7" providerId="LiveId" clId="{98297EEA-5CC4-484D-91AA-495C7A6C6BD1}"/>
    <pc:docChg chg="undo custSel addSld delSld modSld sldOrd modMainMaster addSection delSection modSection">
      <pc:chgData name="Saiyam Shah" userId="bfc7522abbcc58b7" providerId="LiveId" clId="{98297EEA-5CC4-484D-91AA-495C7A6C6BD1}" dt="2024-11-23T10:25:55.529" v="953" actId="20577"/>
      <pc:docMkLst>
        <pc:docMk/>
      </pc:docMkLst>
      <pc:sldChg chg="modSp mod">
        <pc:chgData name="Saiyam Shah" userId="bfc7522abbcc58b7" providerId="LiveId" clId="{98297EEA-5CC4-484D-91AA-495C7A6C6BD1}" dt="2024-11-23T10:25:55.529" v="953" actId="20577"/>
        <pc:sldMkLst>
          <pc:docMk/>
          <pc:sldMk cId="440645867" sldId="256"/>
        </pc:sldMkLst>
        <pc:spChg chg="mod">
          <ac:chgData name="Saiyam Shah" userId="bfc7522abbcc58b7" providerId="LiveId" clId="{98297EEA-5CC4-484D-91AA-495C7A6C6BD1}" dt="2024-11-23T10:25:55.529" v="953" actId="20577"/>
          <ac:spMkLst>
            <pc:docMk/>
            <pc:sldMk cId="440645867" sldId="256"/>
            <ac:spMk id="4" creationId="{E6F9613E-9CC1-FA1A-3C8E-CCBC043D587D}"/>
          </ac:spMkLst>
        </pc:spChg>
      </pc:sldChg>
      <pc:sldChg chg="modSp mod ord">
        <pc:chgData name="Saiyam Shah" userId="bfc7522abbcc58b7" providerId="LiveId" clId="{98297EEA-5CC4-484D-91AA-495C7A6C6BD1}" dt="2024-11-23T10:13:34.575" v="783"/>
        <pc:sldMkLst>
          <pc:docMk/>
          <pc:sldMk cId="4104752559" sldId="271"/>
        </pc:sldMkLst>
        <pc:graphicFrameChg chg="mod">
          <ac:chgData name="Saiyam Shah" userId="bfc7522abbcc58b7" providerId="LiveId" clId="{98297EEA-5CC4-484D-91AA-495C7A6C6BD1}" dt="2024-11-23T09:30:40.679" v="107" actId="14100"/>
          <ac:graphicFrameMkLst>
            <pc:docMk/>
            <pc:sldMk cId="4104752559" sldId="271"/>
            <ac:graphicFrameMk id="4" creationId="{FF2FD023-EDCE-0C7E-7495-C90D000DC9C2}"/>
          </ac:graphicFrameMkLst>
        </pc:graphicFrameChg>
      </pc:sldChg>
      <pc:sldChg chg="modSp mod ord">
        <pc:chgData name="Saiyam Shah" userId="bfc7522abbcc58b7" providerId="LiveId" clId="{98297EEA-5CC4-484D-91AA-495C7A6C6BD1}" dt="2024-11-23T10:14:18.518" v="790"/>
        <pc:sldMkLst>
          <pc:docMk/>
          <pc:sldMk cId="2845239661" sldId="273"/>
        </pc:sldMkLst>
        <pc:graphicFrameChg chg="mod">
          <ac:chgData name="Saiyam Shah" userId="bfc7522abbcc58b7" providerId="LiveId" clId="{98297EEA-5CC4-484D-91AA-495C7A6C6BD1}" dt="2024-11-23T09:59:19.765" v="430" actId="404"/>
          <ac:graphicFrameMkLst>
            <pc:docMk/>
            <pc:sldMk cId="2845239661" sldId="273"/>
            <ac:graphicFrameMk id="7" creationId="{3908E0A8-1CDD-68F6-9B23-40E95CC9A330}"/>
          </ac:graphicFrameMkLst>
        </pc:graphicFrameChg>
        <pc:graphicFrameChg chg="mod">
          <ac:chgData name="Saiyam Shah" userId="bfc7522abbcc58b7" providerId="LiveId" clId="{98297EEA-5CC4-484D-91AA-495C7A6C6BD1}" dt="2024-11-23T09:58:53.529" v="428" actId="14100"/>
          <ac:graphicFrameMkLst>
            <pc:docMk/>
            <pc:sldMk cId="2845239661" sldId="273"/>
            <ac:graphicFrameMk id="11" creationId="{CA3EAA04-C357-5E64-407E-B0D56C480A04}"/>
          </ac:graphicFrameMkLst>
        </pc:graphicFrameChg>
      </pc:sldChg>
      <pc:sldChg chg="addSp delSp modSp mod">
        <pc:chgData name="Saiyam Shah" userId="bfc7522abbcc58b7" providerId="LiveId" clId="{98297EEA-5CC4-484D-91AA-495C7A6C6BD1}" dt="2024-11-23T10:02:51.194" v="474" actId="20577"/>
        <pc:sldMkLst>
          <pc:docMk/>
          <pc:sldMk cId="2464784342" sldId="275"/>
        </pc:sldMkLst>
        <pc:spChg chg="mod">
          <ac:chgData name="Saiyam Shah" userId="bfc7522abbcc58b7" providerId="LiveId" clId="{98297EEA-5CC4-484D-91AA-495C7A6C6BD1}" dt="2024-11-23T10:02:35.145" v="460" actId="115"/>
          <ac:spMkLst>
            <pc:docMk/>
            <pc:sldMk cId="2464784342" sldId="275"/>
            <ac:spMk id="4" creationId="{014FA70E-D4E7-DD5E-0611-75951F6A870D}"/>
          </ac:spMkLst>
        </pc:spChg>
        <pc:spChg chg="mod">
          <ac:chgData name="Saiyam Shah" userId="bfc7522abbcc58b7" providerId="LiveId" clId="{98297EEA-5CC4-484D-91AA-495C7A6C6BD1}" dt="2024-11-23T10:02:51.194" v="474" actId="20577"/>
          <ac:spMkLst>
            <pc:docMk/>
            <pc:sldMk cId="2464784342" sldId="275"/>
            <ac:spMk id="5" creationId="{D2D6495D-36F7-6880-AAE3-C1DF1910F3FD}"/>
          </ac:spMkLst>
        </pc:spChg>
        <pc:spChg chg="add mod">
          <ac:chgData name="Saiyam Shah" userId="bfc7522abbcc58b7" providerId="LiveId" clId="{98297EEA-5CC4-484D-91AA-495C7A6C6BD1}" dt="2024-11-23T10:00:02.780" v="441" actId="1076"/>
          <ac:spMkLst>
            <pc:docMk/>
            <pc:sldMk cId="2464784342" sldId="275"/>
            <ac:spMk id="7" creationId="{F1AD02A3-73C8-0683-BF60-A10575BC49D2}"/>
          </ac:spMkLst>
        </pc:spChg>
        <pc:graphicFrameChg chg="del mod">
          <ac:chgData name="Saiyam Shah" userId="bfc7522abbcc58b7" providerId="LiveId" clId="{98297EEA-5CC4-484D-91AA-495C7A6C6BD1}" dt="2024-11-23T10:01:31.434" v="448" actId="478"/>
          <ac:graphicFrameMkLst>
            <pc:docMk/>
            <pc:sldMk cId="2464784342" sldId="275"/>
            <ac:graphicFrameMk id="2" creationId="{7AF82432-6902-4371-AB82-10549BCBDFAE}"/>
          </ac:graphicFrameMkLst>
        </pc:graphicFrameChg>
        <pc:graphicFrameChg chg="add mod modGraphic">
          <ac:chgData name="Saiyam Shah" userId="bfc7522abbcc58b7" providerId="LiveId" clId="{98297EEA-5CC4-484D-91AA-495C7A6C6BD1}" dt="2024-11-23T10:02:13.346" v="457" actId="14734"/>
          <ac:graphicFrameMkLst>
            <pc:docMk/>
            <pc:sldMk cId="2464784342" sldId="275"/>
            <ac:graphicFrameMk id="6" creationId="{E0CE72D9-9E89-309B-E421-803E82B36AF1}"/>
          </ac:graphicFrameMkLst>
        </pc:graphicFrameChg>
        <pc:graphicFrameChg chg="add mod">
          <ac:chgData name="Saiyam Shah" userId="bfc7522abbcc58b7" providerId="LiveId" clId="{98297EEA-5CC4-484D-91AA-495C7A6C6BD1}" dt="2024-11-23T10:01:37.628" v="450"/>
          <ac:graphicFrameMkLst>
            <pc:docMk/>
            <pc:sldMk cId="2464784342" sldId="275"/>
            <ac:graphicFrameMk id="8" creationId="{632594E9-CDE0-11E5-601F-91F610A8F9B9}"/>
          </ac:graphicFrameMkLst>
        </pc:graphicFrameChg>
        <pc:graphicFrameChg chg="add mod modGraphic">
          <ac:chgData name="Saiyam Shah" userId="bfc7522abbcc58b7" providerId="LiveId" clId="{98297EEA-5CC4-484D-91AA-495C7A6C6BD1}" dt="2024-11-23T10:01:46.399" v="453" actId="14100"/>
          <ac:graphicFrameMkLst>
            <pc:docMk/>
            <pc:sldMk cId="2464784342" sldId="275"/>
            <ac:graphicFrameMk id="9" creationId="{9DDA8E68-6865-06B2-5EEE-2E5E9802789A}"/>
          </ac:graphicFrameMkLst>
        </pc:graphicFrameChg>
      </pc:sldChg>
      <pc:sldChg chg="addSp modSp mod">
        <pc:chgData name="Saiyam Shah" userId="bfc7522abbcc58b7" providerId="LiveId" clId="{98297EEA-5CC4-484D-91AA-495C7A6C6BD1}" dt="2024-11-23T10:23:09.992" v="939"/>
        <pc:sldMkLst>
          <pc:docMk/>
          <pc:sldMk cId="3595636403" sldId="286"/>
        </pc:sldMkLst>
        <pc:spChg chg="add mod">
          <ac:chgData name="Saiyam Shah" userId="bfc7522abbcc58b7" providerId="LiveId" clId="{98297EEA-5CC4-484D-91AA-495C7A6C6BD1}" dt="2024-11-23T10:23:09.992" v="939"/>
          <ac:spMkLst>
            <pc:docMk/>
            <pc:sldMk cId="3595636403" sldId="286"/>
            <ac:spMk id="3" creationId="{50354E91-368F-1869-A2E6-BE927CAF4A1E}"/>
          </ac:spMkLst>
        </pc:spChg>
        <pc:spChg chg="mod">
          <ac:chgData name="Saiyam Shah" userId="bfc7522abbcc58b7" providerId="LiveId" clId="{98297EEA-5CC4-484D-91AA-495C7A6C6BD1}" dt="2024-11-23T10:07:44.815" v="615" actId="6549"/>
          <ac:spMkLst>
            <pc:docMk/>
            <pc:sldMk cId="3595636403" sldId="286"/>
            <ac:spMk id="201" creationId="{0F7C536E-4B1B-20E2-5E75-6EEE0A1B132B}"/>
          </ac:spMkLst>
        </pc:spChg>
        <pc:spChg chg="mod">
          <ac:chgData name="Saiyam Shah" userId="bfc7522abbcc58b7" providerId="LiveId" clId="{98297EEA-5CC4-484D-91AA-495C7A6C6BD1}" dt="2024-11-23T10:10:51.789" v="672" actId="1037"/>
          <ac:spMkLst>
            <pc:docMk/>
            <pc:sldMk cId="3595636403" sldId="286"/>
            <ac:spMk id="202" creationId="{5C5D8148-237D-A97A-1880-216E20EBED7F}"/>
          </ac:spMkLst>
        </pc:spChg>
        <pc:spChg chg="mod">
          <ac:chgData name="Saiyam Shah" userId="bfc7522abbcc58b7" providerId="LiveId" clId="{98297EEA-5CC4-484D-91AA-495C7A6C6BD1}" dt="2024-11-23T10:15:23.049" v="816" actId="20577"/>
          <ac:spMkLst>
            <pc:docMk/>
            <pc:sldMk cId="3595636403" sldId="286"/>
            <ac:spMk id="204" creationId="{3F1A6EFF-7D79-D294-CCA1-6FE96CCEFC36}"/>
          </ac:spMkLst>
        </pc:spChg>
        <pc:spChg chg="mod">
          <ac:chgData name="Saiyam Shah" userId="bfc7522abbcc58b7" providerId="LiveId" clId="{98297EEA-5CC4-484D-91AA-495C7A6C6BD1}" dt="2024-11-23T10:15:17.678" v="806" actId="20577"/>
          <ac:spMkLst>
            <pc:docMk/>
            <pc:sldMk cId="3595636403" sldId="286"/>
            <ac:spMk id="205" creationId="{27BAE456-E78F-40D1-133D-8B96C9FD87A1}"/>
          </ac:spMkLst>
        </pc:spChg>
        <pc:spChg chg="mod">
          <ac:chgData name="Saiyam Shah" userId="bfc7522abbcc58b7" providerId="LiveId" clId="{98297EEA-5CC4-484D-91AA-495C7A6C6BD1}" dt="2024-11-23T10:11:44.087" v="678" actId="1076"/>
          <ac:spMkLst>
            <pc:docMk/>
            <pc:sldMk cId="3595636403" sldId="286"/>
            <ac:spMk id="206" creationId="{BFEBE5FB-1F6E-3649-FC55-0CA3E2ECA3DD}"/>
          </ac:spMkLst>
        </pc:spChg>
        <pc:spChg chg="mod">
          <ac:chgData name="Saiyam Shah" userId="bfc7522abbcc58b7" providerId="LiveId" clId="{98297EEA-5CC4-484D-91AA-495C7A6C6BD1}" dt="2024-11-23T10:11:58.110" v="697" actId="20577"/>
          <ac:spMkLst>
            <pc:docMk/>
            <pc:sldMk cId="3595636403" sldId="286"/>
            <ac:spMk id="207" creationId="{469A160C-8E20-7D04-24F8-39A9BA7D0E4A}"/>
          </ac:spMkLst>
        </pc:spChg>
        <pc:spChg chg="mod">
          <ac:chgData name="Saiyam Shah" userId="bfc7522abbcc58b7" providerId="LiveId" clId="{98297EEA-5CC4-484D-91AA-495C7A6C6BD1}" dt="2024-11-23T10:17:06.575" v="853" actId="20577"/>
          <ac:spMkLst>
            <pc:docMk/>
            <pc:sldMk cId="3595636403" sldId="286"/>
            <ac:spMk id="208" creationId="{E1EA3909-7BBB-4BAF-ADF8-C4029CCAE5D4}"/>
          </ac:spMkLst>
        </pc:spChg>
      </pc:sldChg>
      <pc:sldChg chg="modSp mod ord">
        <pc:chgData name="Saiyam Shah" userId="bfc7522abbcc58b7" providerId="LiveId" clId="{98297EEA-5CC4-484D-91AA-495C7A6C6BD1}" dt="2024-11-23T10:15:42.052" v="831" actId="20577"/>
        <pc:sldMkLst>
          <pc:docMk/>
          <pc:sldMk cId="3276818831" sldId="288"/>
        </pc:sldMkLst>
        <pc:spChg chg="mod">
          <ac:chgData name="Saiyam Shah" userId="bfc7522abbcc58b7" providerId="LiveId" clId="{98297EEA-5CC4-484D-91AA-495C7A6C6BD1}" dt="2024-11-23T10:15:42.052" v="831" actId="20577"/>
          <ac:spMkLst>
            <pc:docMk/>
            <pc:sldMk cId="3276818831" sldId="288"/>
            <ac:spMk id="3" creationId="{413F4883-CA77-10E2-2EDD-FDC0561C49FD}"/>
          </ac:spMkLst>
        </pc:spChg>
      </pc:sldChg>
      <pc:sldChg chg="modSp mod">
        <pc:chgData name="Saiyam Shah" userId="bfc7522abbcc58b7" providerId="LiveId" clId="{98297EEA-5CC4-484D-91AA-495C7A6C6BD1}" dt="2024-11-23T10:15:32.404" v="819"/>
        <pc:sldMkLst>
          <pc:docMk/>
          <pc:sldMk cId="1796743946" sldId="289"/>
        </pc:sldMkLst>
        <pc:spChg chg="mod">
          <ac:chgData name="Saiyam Shah" userId="bfc7522abbcc58b7" providerId="LiveId" clId="{98297EEA-5CC4-484D-91AA-495C7A6C6BD1}" dt="2024-11-23T10:15:32.404" v="819"/>
          <ac:spMkLst>
            <pc:docMk/>
            <pc:sldMk cId="1796743946" sldId="289"/>
            <ac:spMk id="3" creationId="{89794DF4-2329-0407-EEA2-DC33A1DC5627}"/>
          </ac:spMkLst>
        </pc:spChg>
      </pc:sldChg>
      <pc:sldChg chg="modSp mod ord">
        <pc:chgData name="Saiyam Shah" userId="bfc7522abbcc58b7" providerId="LiveId" clId="{98297EEA-5CC4-484D-91AA-495C7A6C6BD1}" dt="2024-11-23T10:13:36.686" v="785"/>
        <pc:sldMkLst>
          <pc:docMk/>
          <pc:sldMk cId="2826151216" sldId="291"/>
        </pc:sldMkLst>
        <pc:spChg chg="mod">
          <ac:chgData name="Saiyam Shah" userId="bfc7522abbcc58b7" providerId="LiveId" clId="{98297EEA-5CC4-484D-91AA-495C7A6C6BD1}" dt="2024-11-23T10:13:30.363" v="781" actId="404"/>
          <ac:spMkLst>
            <pc:docMk/>
            <pc:sldMk cId="2826151216" sldId="291"/>
            <ac:spMk id="5" creationId="{1A7AAAE7-8ED7-0724-6B04-1A86BEEF8F5F}"/>
          </ac:spMkLst>
        </pc:spChg>
      </pc:sldChg>
      <pc:sldChg chg="addSp modSp mod">
        <pc:chgData name="Saiyam Shah" userId="bfc7522abbcc58b7" providerId="LiveId" clId="{98297EEA-5CC4-484D-91AA-495C7A6C6BD1}" dt="2024-11-23T10:23:03.359" v="938" actId="20577"/>
        <pc:sldMkLst>
          <pc:docMk/>
          <pc:sldMk cId="1678746523" sldId="292"/>
        </pc:sldMkLst>
        <pc:spChg chg="add mod">
          <ac:chgData name="Saiyam Shah" userId="bfc7522abbcc58b7" providerId="LiveId" clId="{98297EEA-5CC4-484D-91AA-495C7A6C6BD1}" dt="2024-11-23T10:23:03.359" v="938" actId="20577"/>
          <ac:spMkLst>
            <pc:docMk/>
            <pc:sldMk cId="1678746523" sldId="292"/>
            <ac:spMk id="45" creationId="{8B57ED0A-6AF2-D2BC-A6EA-4D02F489FC0D}"/>
          </ac:spMkLst>
        </pc:spChg>
      </pc:sldChg>
      <pc:sldChg chg="modSp mod">
        <pc:chgData name="Saiyam Shah" userId="bfc7522abbcc58b7" providerId="LiveId" clId="{98297EEA-5CC4-484D-91AA-495C7A6C6BD1}" dt="2024-11-23T09:37:38.888" v="184" actId="20577"/>
        <pc:sldMkLst>
          <pc:docMk/>
          <pc:sldMk cId="1836524797" sldId="293"/>
        </pc:sldMkLst>
        <pc:spChg chg="mod">
          <ac:chgData name="Saiyam Shah" userId="bfc7522abbcc58b7" providerId="LiveId" clId="{98297EEA-5CC4-484D-91AA-495C7A6C6BD1}" dt="2024-11-23T09:37:38.888" v="184" actId="20577"/>
          <ac:spMkLst>
            <pc:docMk/>
            <pc:sldMk cId="1836524797" sldId="293"/>
            <ac:spMk id="3" creationId="{437907B4-026E-664A-3B4B-1E54B805E382}"/>
          </ac:spMkLst>
        </pc:spChg>
        <pc:graphicFrameChg chg="modGraphic">
          <ac:chgData name="Saiyam Shah" userId="bfc7522abbcc58b7" providerId="LiveId" clId="{98297EEA-5CC4-484D-91AA-495C7A6C6BD1}" dt="2024-11-23T09:30:15.117" v="106" actId="14734"/>
          <ac:graphicFrameMkLst>
            <pc:docMk/>
            <pc:sldMk cId="1836524797" sldId="293"/>
            <ac:graphicFrameMk id="9" creationId="{A3302D75-B32C-EF1E-2F2B-5BDBE2395969}"/>
          </ac:graphicFrameMkLst>
        </pc:graphicFrameChg>
      </pc:sldChg>
      <pc:sldChg chg="modSp mod">
        <pc:chgData name="Saiyam Shah" userId="bfc7522abbcc58b7" providerId="LiveId" clId="{98297EEA-5CC4-484D-91AA-495C7A6C6BD1}" dt="2024-11-23T10:08:05.053" v="621" actId="20577"/>
        <pc:sldMkLst>
          <pc:docMk/>
          <pc:sldMk cId="2353812955" sldId="294"/>
        </pc:sldMkLst>
        <pc:spChg chg="mod">
          <ac:chgData name="Saiyam Shah" userId="bfc7522abbcc58b7" providerId="LiveId" clId="{98297EEA-5CC4-484D-91AA-495C7A6C6BD1}" dt="2024-11-23T10:08:05.053" v="621" actId="20577"/>
          <ac:spMkLst>
            <pc:docMk/>
            <pc:sldMk cId="2353812955" sldId="294"/>
            <ac:spMk id="5" creationId="{DE50C4A5-DA1D-188C-FE2D-84B9C15C1806}"/>
          </ac:spMkLst>
        </pc:spChg>
      </pc:sldChg>
      <pc:sldChg chg="modSp del mod">
        <pc:chgData name="Saiyam Shah" userId="bfc7522abbcc58b7" providerId="LiveId" clId="{98297EEA-5CC4-484D-91AA-495C7A6C6BD1}" dt="2024-11-23T10:19:40.546" v="890" actId="47"/>
        <pc:sldMkLst>
          <pc:docMk/>
          <pc:sldMk cId="3195627943" sldId="297"/>
        </pc:sldMkLst>
        <pc:picChg chg="mod">
          <ac:chgData name="Saiyam Shah" userId="bfc7522abbcc58b7" providerId="LiveId" clId="{98297EEA-5CC4-484D-91AA-495C7A6C6BD1}" dt="2024-11-23T09:27:05.628" v="88" actId="1076"/>
          <ac:picMkLst>
            <pc:docMk/>
            <pc:sldMk cId="3195627943" sldId="297"/>
            <ac:picMk id="15" creationId="{8902AA0C-7D6E-4527-B627-B857B7604DDC}"/>
          </ac:picMkLst>
        </pc:picChg>
        <pc:picChg chg="mod">
          <ac:chgData name="Saiyam Shah" userId="bfc7522abbcc58b7" providerId="LiveId" clId="{98297EEA-5CC4-484D-91AA-495C7A6C6BD1}" dt="2024-11-23T09:27:11.605" v="91" actId="1035"/>
          <ac:picMkLst>
            <pc:docMk/>
            <pc:sldMk cId="3195627943" sldId="297"/>
            <ac:picMk id="16" creationId="{26F4F9E2-A048-4923-8DAD-344129C049E8}"/>
          </ac:picMkLst>
        </pc:picChg>
      </pc:sldChg>
      <pc:sldChg chg="addSp delSp modSp del mod">
        <pc:chgData name="Saiyam Shah" userId="bfc7522abbcc58b7" providerId="LiveId" clId="{98297EEA-5CC4-484D-91AA-495C7A6C6BD1}" dt="2024-11-23T09:58:35.800" v="425" actId="47"/>
        <pc:sldMkLst>
          <pc:docMk/>
          <pc:sldMk cId="3955399821" sldId="298"/>
        </pc:sldMkLst>
        <pc:spChg chg="mod">
          <ac:chgData name="Saiyam Shah" userId="bfc7522abbcc58b7" providerId="LiveId" clId="{98297EEA-5CC4-484D-91AA-495C7A6C6BD1}" dt="2024-11-23T08:54:00.551" v="3" actId="207"/>
          <ac:spMkLst>
            <pc:docMk/>
            <pc:sldMk cId="3955399821" sldId="298"/>
            <ac:spMk id="5" creationId="{8658332D-386F-46D8-AFBE-6ECA97EE9356}"/>
          </ac:spMkLst>
        </pc:spChg>
        <pc:spChg chg="mod">
          <ac:chgData name="Saiyam Shah" userId="bfc7522abbcc58b7" providerId="LiveId" clId="{98297EEA-5CC4-484D-91AA-495C7A6C6BD1}" dt="2024-11-23T08:54:00.551" v="3" actId="207"/>
          <ac:spMkLst>
            <pc:docMk/>
            <pc:sldMk cId="3955399821" sldId="298"/>
            <ac:spMk id="10" creationId="{AE0C30EF-EF54-4797-9A6F-B730DD53ADA6}"/>
          </ac:spMkLst>
        </pc:spChg>
        <pc:spChg chg="mod">
          <ac:chgData name="Saiyam Shah" userId="bfc7522abbcc58b7" providerId="LiveId" clId="{98297EEA-5CC4-484D-91AA-495C7A6C6BD1}" dt="2024-11-23T08:54:00.551" v="3" actId="207"/>
          <ac:spMkLst>
            <pc:docMk/>
            <pc:sldMk cId="3955399821" sldId="298"/>
            <ac:spMk id="11" creationId="{4DFDEF5E-35D0-414E-BB54-BCE5B54EB1BF}"/>
          </ac:spMkLst>
        </pc:spChg>
        <pc:picChg chg="mod">
          <ac:chgData name="Saiyam Shah" userId="bfc7522abbcc58b7" providerId="LiveId" clId="{98297EEA-5CC4-484D-91AA-495C7A6C6BD1}" dt="2024-11-23T09:15:38.989" v="26" actId="1076"/>
          <ac:picMkLst>
            <pc:docMk/>
            <pc:sldMk cId="3955399821" sldId="298"/>
            <ac:picMk id="6" creationId="{2D0AABC3-FFBD-4FC8-9923-0085E8284A25}"/>
          </ac:picMkLst>
        </pc:picChg>
        <pc:picChg chg="add del">
          <ac:chgData name="Saiyam Shah" userId="bfc7522abbcc58b7" providerId="LiveId" clId="{98297EEA-5CC4-484D-91AA-495C7A6C6BD1}" dt="2024-11-23T09:15:45.190" v="28" actId="478"/>
          <ac:picMkLst>
            <pc:docMk/>
            <pc:sldMk cId="3955399821" sldId="298"/>
            <ac:picMk id="18" creationId="{C39AC02C-6299-4342-B312-D88DAE2643B8}"/>
          </ac:picMkLst>
        </pc:picChg>
      </pc:sldChg>
      <pc:sldChg chg="modSp add del mod">
        <pc:chgData name="Saiyam Shah" userId="bfc7522abbcc58b7" providerId="LiveId" clId="{98297EEA-5CC4-484D-91AA-495C7A6C6BD1}" dt="2024-11-23T10:03:55.960" v="526" actId="47"/>
        <pc:sldMkLst>
          <pc:docMk/>
          <pc:sldMk cId="4214037773" sldId="299"/>
        </pc:sldMkLst>
        <pc:spChg chg="mod">
          <ac:chgData name="Saiyam Shah" userId="bfc7522abbcc58b7" providerId="LiveId" clId="{98297EEA-5CC4-484D-91AA-495C7A6C6BD1}" dt="2024-11-23T10:03:25.723" v="522" actId="20577"/>
          <ac:spMkLst>
            <pc:docMk/>
            <pc:sldMk cId="4214037773" sldId="299"/>
            <ac:spMk id="4" creationId="{4199C4FE-3328-1A14-A962-94932C7C85B3}"/>
          </ac:spMkLst>
        </pc:spChg>
        <pc:spChg chg="mod">
          <ac:chgData name="Saiyam Shah" userId="bfc7522abbcc58b7" providerId="LiveId" clId="{98297EEA-5CC4-484D-91AA-495C7A6C6BD1}" dt="2024-11-23T08:54:25.449" v="7" actId="255"/>
          <ac:spMkLst>
            <pc:docMk/>
            <pc:sldMk cId="4214037773" sldId="299"/>
            <ac:spMk id="5" creationId="{8658332D-386F-46D8-AFBE-6ECA97EE9356}"/>
          </ac:spMkLst>
        </pc:spChg>
        <pc:spChg chg="mod">
          <ac:chgData name="Saiyam Shah" userId="bfc7522abbcc58b7" providerId="LiveId" clId="{98297EEA-5CC4-484D-91AA-495C7A6C6BD1}" dt="2024-11-23T08:54:25.449" v="7" actId="255"/>
          <ac:spMkLst>
            <pc:docMk/>
            <pc:sldMk cId="4214037773" sldId="299"/>
            <ac:spMk id="10" creationId="{AE0C30EF-EF54-4797-9A6F-B730DD53ADA6}"/>
          </ac:spMkLst>
        </pc:spChg>
        <pc:spChg chg="mod">
          <ac:chgData name="Saiyam Shah" userId="bfc7522abbcc58b7" providerId="LiveId" clId="{98297EEA-5CC4-484D-91AA-495C7A6C6BD1}" dt="2024-11-23T08:54:25.449" v="7" actId="255"/>
          <ac:spMkLst>
            <pc:docMk/>
            <pc:sldMk cId="4214037773" sldId="299"/>
            <ac:spMk id="11" creationId="{4DFDEF5E-35D0-414E-BB54-BCE5B54EB1BF}"/>
          </ac:spMkLst>
        </pc:spChg>
      </pc:sldChg>
      <pc:sldChg chg="modSp del mod">
        <pc:chgData name="Saiyam Shah" userId="bfc7522abbcc58b7" providerId="LiveId" clId="{98297EEA-5CC4-484D-91AA-495C7A6C6BD1}" dt="2024-11-23T10:02:55.867" v="475" actId="47"/>
        <pc:sldMkLst>
          <pc:docMk/>
          <pc:sldMk cId="1207981302" sldId="300"/>
        </pc:sldMkLst>
        <pc:spChg chg="mod">
          <ac:chgData name="Saiyam Shah" userId="bfc7522abbcc58b7" providerId="LiveId" clId="{98297EEA-5CC4-484D-91AA-495C7A6C6BD1}" dt="2024-11-23T08:54:39.046" v="22" actId="20577"/>
          <ac:spMkLst>
            <pc:docMk/>
            <pc:sldMk cId="1207981302" sldId="300"/>
            <ac:spMk id="5" creationId="{D2D6495D-36F7-6880-AAE3-C1DF1910F3FD}"/>
          </ac:spMkLst>
        </pc:spChg>
      </pc:sldChg>
      <pc:sldChg chg="addSp delSp modSp new mod ord">
        <pc:chgData name="Saiyam Shah" userId="bfc7522abbcc58b7" providerId="LiveId" clId="{98297EEA-5CC4-484D-91AA-495C7A6C6BD1}" dt="2024-11-23T09:52:30.964" v="358" actId="13926"/>
        <pc:sldMkLst>
          <pc:docMk/>
          <pc:sldMk cId="2983603645" sldId="301"/>
        </pc:sldMkLst>
        <pc:spChg chg="del">
          <ac:chgData name="Saiyam Shah" userId="bfc7522abbcc58b7" providerId="LiveId" clId="{98297EEA-5CC4-484D-91AA-495C7A6C6BD1}" dt="2024-11-23T09:21:35.637" v="30" actId="478"/>
          <ac:spMkLst>
            <pc:docMk/>
            <pc:sldMk cId="2983603645" sldId="301"/>
            <ac:spMk id="2" creationId="{D24285CE-CAE3-8E0A-BA4B-78627F8C5F25}"/>
          </ac:spMkLst>
        </pc:spChg>
        <pc:spChg chg="del">
          <ac:chgData name="Saiyam Shah" userId="bfc7522abbcc58b7" providerId="LiveId" clId="{98297EEA-5CC4-484D-91AA-495C7A6C6BD1}" dt="2024-11-23T09:21:36.755" v="31" actId="478"/>
          <ac:spMkLst>
            <pc:docMk/>
            <pc:sldMk cId="2983603645" sldId="301"/>
            <ac:spMk id="3" creationId="{6D248400-91A1-A39F-6CB3-27FCCDD62022}"/>
          </ac:spMkLst>
        </pc:spChg>
        <pc:spChg chg="mod">
          <ac:chgData name="Saiyam Shah" userId="bfc7522abbcc58b7" providerId="LiveId" clId="{98297EEA-5CC4-484D-91AA-495C7A6C6BD1}" dt="2024-11-23T09:25:38.841" v="85"/>
          <ac:spMkLst>
            <pc:docMk/>
            <pc:sldMk cId="2983603645" sldId="301"/>
            <ac:spMk id="4" creationId="{877AB910-70B0-40D3-0C59-9FA114618C75}"/>
          </ac:spMkLst>
        </pc:spChg>
        <pc:spChg chg="add mod">
          <ac:chgData name="Saiyam Shah" userId="bfc7522abbcc58b7" providerId="LiveId" clId="{98297EEA-5CC4-484D-91AA-495C7A6C6BD1}" dt="2024-11-23T09:52:19.649" v="357" actId="20577"/>
          <ac:spMkLst>
            <pc:docMk/>
            <pc:sldMk cId="2983603645" sldId="301"/>
            <ac:spMk id="19" creationId="{19F31767-4B27-74C0-7681-26781E2976E4}"/>
          </ac:spMkLst>
        </pc:spChg>
        <pc:spChg chg="add del mod">
          <ac:chgData name="Saiyam Shah" userId="bfc7522abbcc58b7" providerId="LiveId" clId="{98297EEA-5CC4-484D-91AA-495C7A6C6BD1}" dt="2024-11-23T09:23:47.427" v="43" actId="478"/>
          <ac:spMkLst>
            <pc:docMk/>
            <pc:sldMk cId="2983603645" sldId="301"/>
            <ac:spMk id="20" creationId="{D8BD6303-3186-D995-3F32-F74D01B5870F}"/>
          </ac:spMkLst>
        </pc:spChg>
        <pc:spChg chg="add mod">
          <ac:chgData name="Saiyam Shah" userId="bfc7522abbcc58b7" providerId="LiveId" clId="{98297EEA-5CC4-484D-91AA-495C7A6C6BD1}" dt="2024-11-23T09:24:08.883" v="44"/>
          <ac:spMkLst>
            <pc:docMk/>
            <pc:sldMk cId="2983603645" sldId="301"/>
            <ac:spMk id="21" creationId="{0BFF779F-60DC-3475-78F6-A1C57842B96C}"/>
          </ac:spMkLst>
        </pc:spChg>
        <pc:graphicFrameChg chg="add del mod modGraphic">
          <ac:chgData name="Saiyam Shah" userId="bfc7522abbcc58b7" providerId="LiveId" clId="{98297EEA-5CC4-484D-91AA-495C7A6C6BD1}" dt="2024-11-23T09:22:44.073" v="36" actId="478"/>
          <ac:graphicFrameMkLst>
            <pc:docMk/>
            <pc:sldMk cId="2983603645" sldId="301"/>
            <ac:graphicFrameMk id="5" creationId="{1A451588-0529-6951-9293-932C95D4EAD4}"/>
          </ac:graphicFrameMkLst>
        </pc:graphicFrameChg>
        <pc:graphicFrameChg chg="add mod modGraphic">
          <ac:chgData name="Saiyam Shah" userId="bfc7522abbcc58b7" providerId="LiveId" clId="{98297EEA-5CC4-484D-91AA-495C7A6C6BD1}" dt="2024-11-23T09:52:30.964" v="358" actId="13926"/>
          <ac:graphicFrameMkLst>
            <pc:docMk/>
            <pc:sldMk cId="2983603645" sldId="301"/>
            <ac:graphicFrameMk id="6" creationId="{75B8B261-3B2A-A9B5-BFE4-EE255A4B7B02}"/>
          </ac:graphicFrameMkLst>
        </pc:graphicFrameChg>
        <pc:cxnChg chg="add mod">
          <ac:chgData name="Saiyam Shah" userId="bfc7522abbcc58b7" providerId="LiveId" clId="{98297EEA-5CC4-484D-91AA-495C7A6C6BD1}" dt="2024-11-23T09:23:31.733" v="41" actId="1076"/>
          <ac:cxnSpMkLst>
            <pc:docMk/>
            <pc:sldMk cId="2983603645" sldId="301"/>
            <ac:cxnSpMk id="7" creationId="{FE6C23EE-26BC-0650-249E-45F60DB7B5A5}"/>
          </ac:cxnSpMkLst>
        </pc:cxnChg>
        <pc:cxnChg chg="add mod">
          <ac:chgData name="Saiyam Shah" userId="bfc7522abbcc58b7" providerId="LiveId" clId="{98297EEA-5CC4-484D-91AA-495C7A6C6BD1}" dt="2024-11-23T09:23:36.307" v="42" actId="1076"/>
          <ac:cxnSpMkLst>
            <pc:docMk/>
            <pc:sldMk cId="2983603645" sldId="301"/>
            <ac:cxnSpMk id="8" creationId="{415F2D42-6AF9-B6B9-FB70-521FF3FF8841}"/>
          </ac:cxnSpMkLst>
        </pc:cxnChg>
        <pc:cxnChg chg="add mod">
          <ac:chgData name="Saiyam Shah" userId="bfc7522abbcc58b7" providerId="LiveId" clId="{98297EEA-5CC4-484D-91AA-495C7A6C6BD1}" dt="2024-11-23T09:22:44.867" v="37"/>
          <ac:cxnSpMkLst>
            <pc:docMk/>
            <pc:sldMk cId="2983603645" sldId="301"/>
            <ac:cxnSpMk id="9" creationId="{B178885C-0EC0-25E2-A7E2-CB4FC9DE5978}"/>
          </ac:cxnSpMkLst>
        </pc:cxnChg>
        <pc:cxnChg chg="add mod">
          <ac:chgData name="Saiyam Shah" userId="bfc7522abbcc58b7" providerId="LiveId" clId="{98297EEA-5CC4-484D-91AA-495C7A6C6BD1}" dt="2024-11-23T09:22:44.867" v="37"/>
          <ac:cxnSpMkLst>
            <pc:docMk/>
            <pc:sldMk cId="2983603645" sldId="301"/>
            <ac:cxnSpMk id="10" creationId="{3436F34F-34A2-4E3D-6904-315DC305CC45}"/>
          </ac:cxnSpMkLst>
        </pc:cxnChg>
        <pc:cxnChg chg="add mod">
          <ac:chgData name="Saiyam Shah" userId="bfc7522abbcc58b7" providerId="LiveId" clId="{98297EEA-5CC4-484D-91AA-495C7A6C6BD1}" dt="2024-11-23T09:22:44.867" v="37"/>
          <ac:cxnSpMkLst>
            <pc:docMk/>
            <pc:sldMk cId="2983603645" sldId="301"/>
            <ac:cxnSpMk id="11" creationId="{056CA0ED-F50F-00AF-1898-772023A2613D}"/>
          </ac:cxnSpMkLst>
        </pc:cxnChg>
        <pc:cxnChg chg="add mod">
          <ac:chgData name="Saiyam Shah" userId="bfc7522abbcc58b7" providerId="LiveId" clId="{98297EEA-5CC4-484D-91AA-495C7A6C6BD1}" dt="2024-11-23T09:22:44.867" v="37"/>
          <ac:cxnSpMkLst>
            <pc:docMk/>
            <pc:sldMk cId="2983603645" sldId="301"/>
            <ac:cxnSpMk id="12" creationId="{9E98E0EB-1E6C-2D91-B154-2A418B67B951}"/>
          </ac:cxnSpMkLst>
        </pc:cxnChg>
        <pc:cxnChg chg="add mod">
          <ac:chgData name="Saiyam Shah" userId="bfc7522abbcc58b7" providerId="LiveId" clId="{98297EEA-5CC4-484D-91AA-495C7A6C6BD1}" dt="2024-11-23T09:22:44.867" v="37"/>
          <ac:cxnSpMkLst>
            <pc:docMk/>
            <pc:sldMk cId="2983603645" sldId="301"/>
            <ac:cxnSpMk id="13" creationId="{6E1F972B-69ED-0F4D-20D2-E77A9A509F54}"/>
          </ac:cxnSpMkLst>
        </pc:cxnChg>
        <pc:cxnChg chg="add mod">
          <ac:chgData name="Saiyam Shah" userId="bfc7522abbcc58b7" providerId="LiveId" clId="{98297EEA-5CC4-484D-91AA-495C7A6C6BD1}" dt="2024-11-23T09:25:26.547" v="84" actId="1035"/>
          <ac:cxnSpMkLst>
            <pc:docMk/>
            <pc:sldMk cId="2983603645" sldId="301"/>
            <ac:cxnSpMk id="14" creationId="{3394F940-25CC-112E-E7AC-725685BCE2DE}"/>
          </ac:cxnSpMkLst>
        </pc:cxnChg>
        <pc:cxnChg chg="add mod">
          <ac:chgData name="Saiyam Shah" userId="bfc7522abbcc58b7" providerId="LiveId" clId="{98297EEA-5CC4-484D-91AA-495C7A6C6BD1}" dt="2024-11-23T09:22:44.867" v="37"/>
          <ac:cxnSpMkLst>
            <pc:docMk/>
            <pc:sldMk cId="2983603645" sldId="301"/>
            <ac:cxnSpMk id="15" creationId="{DA9527EF-038F-0D82-2165-6DBA650F1D64}"/>
          </ac:cxnSpMkLst>
        </pc:cxnChg>
        <pc:cxnChg chg="add mod">
          <ac:chgData name="Saiyam Shah" userId="bfc7522abbcc58b7" providerId="LiveId" clId="{98297EEA-5CC4-484D-91AA-495C7A6C6BD1}" dt="2024-11-23T09:22:44.867" v="37"/>
          <ac:cxnSpMkLst>
            <pc:docMk/>
            <pc:sldMk cId="2983603645" sldId="301"/>
            <ac:cxnSpMk id="16" creationId="{611FA5D1-90CD-5966-EE0A-4E21B894558A}"/>
          </ac:cxnSpMkLst>
        </pc:cxnChg>
        <pc:cxnChg chg="add mod">
          <ac:chgData name="Saiyam Shah" userId="bfc7522abbcc58b7" providerId="LiveId" clId="{98297EEA-5CC4-484D-91AA-495C7A6C6BD1}" dt="2024-11-23T09:22:44.867" v="37"/>
          <ac:cxnSpMkLst>
            <pc:docMk/>
            <pc:sldMk cId="2983603645" sldId="301"/>
            <ac:cxnSpMk id="17" creationId="{34F591F5-4620-24EB-F66D-82F0C9F3A277}"/>
          </ac:cxnSpMkLst>
        </pc:cxnChg>
        <pc:cxnChg chg="add mod">
          <ac:chgData name="Saiyam Shah" userId="bfc7522abbcc58b7" providerId="LiveId" clId="{98297EEA-5CC4-484D-91AA-495C7A6C6BD1}" dt="2024-11-23T09:22:44.867" v="37"/>
          <ac:cxnSpMkLst>
            <pc:docMk/>
            <pc:sldMk cId="2983603645" sldId="301"/>
            <ac:cxnSpMk id="18" creationId="{050470C7-C7CE-B6CD-379A-69DD03777278}"/>
          </ac:cxnSpMkLst>
        </pc:cxnChg>
      </pc:sldChg>
      <pc:sldChg chg="addSp delSp modSp add mod ord">
        <pc:chgData name="Saiyam Shah" userId="bfc7522abbcc58b7" providerId="LiveId" clId="{98297EEA-5CC4-484D-91AA-495C7A6C6BD1}" dt="2024-11-23T09:37:41.516" v="186"/>
        <pc:sldMkLst>
          <pc:docMk/>
          <pc:sldMk cId="2441645242" sldId="302"/>
        </pc:sldMkLst>
        <pc:spChg chg="mod">
          <ac:chgData name="Saiyam Shah" userId="bfc7522abbcc58b7" providerId="LiveId" clId="{98297EEA-5CC4-484D-91AA-495C7A6C6BD1}" dt="2024-11-23T09:36:22.255" v="171" actId="207"/>
          <ac:spMkLst>
            <pc:docMk/>
            <pc:sldMk cId="2441645242" sldId="302"/>
            <ac:spMk id="3" creationId="{99289274-04C1-5804-5CB1-A922D257B9DA}"/>
          </ac:spMkLst>
        </pc:spChg>
        <pc:graphicFrameChg chg="add mod">
          <ac:chgData name="Saiyam Shah" userId="bfc7522abbcc58b7" providerId="LiveId" clId="{98297EEA-5CC4-484D-91AA-495C7A6C6BD1}" dt="2024-11-23T09:32:19.509" v="110"/>
          <ac:graphicFrameMkLst>
            <pc:docMk/>
            <pc:sldMk cId="2441645242" sldId="302"/>
            <ac:graphicFrameMk id="4" creationId="{94633190-ED8E-3737-61A3-7EE3DC543D67}"/>
          </ac:graphicFrameMkLst>
        </pc:graphicFrameChg>
        <pc:graphicFrameChg chg="add mod modGraphic">
          <ac:chgData name="Saiyam Shah" userId="bfc7522abbcc58b7" providerId="LiveId" clId="{98297EEA-5CC4-484D-91AA-495C7A6C6BD1}" dt="2024-11-23T09:36:04.283" v="168" actId="403"/>
          <ac:graphicFrameMkLst>
            <pc:docMk/>
            <pc:sldMk cId="2441645242" sldId="302"/>
            <ac:graphicFrameMk id="5" creationId="{7A7B8C62-556C-7546-C0D2-06D3DEC9F036}"/>
          </ac:graphicFrameMkLst>
        </pc:graphicFrameChg>
        <pc:graphicFrameChg chg="del">
          <ac:chgData name="Saiyam Shah" userId="bfc7522abbcc58b7" providerId="LiveId" clId="{98297EEA-5CC4-484D-91AA-495C7A6C6BD1}" dt="2024-11-23T09:32:16.535" v="109" actId="478"/>
          <ac:graphicFrameMkLst>
            <pc:docMk/>
            <pc:sldMk cId="2441645242" sldId="302"/>
            <ac:graphicFrameMk id="9" creationId="{0115E0E0-E5FE-83A8-62C1-FF60B45B433B}"/>
          </ac:graphicFrameMkLst>
        </pc:graphicFrameChg>
      </pc:sldChg>
      <pc:sldChg chg="modSp add mod ord">
        <pc:chgData name="Saiyam Shah" userId="bfc7522abbcc58b7" providerId="LiveId" clId="{98297EEA-5CC4-484D-91AA-495C7A6C6BD1}" dt="2024-11-23T10:12:56.568" v="719" actId="20577"/>
        <pc:sldMkLst>
          <pc:docMk/>
          <pc:sldMk cId="3169459249" sldId="303"/>
        </pc:sldMkLst>
        <pc:spChg chg="mod">
          <ac:chgData name="Saiyam Shah" userId="bfc7522abbcc58b7" providerId="LiveId" clId="{98297EEA-5CC4-484D-91AA-495C7A6C6BD1}" dt="2024-11-23T10:12:56.568" v="719" actId="20577"/>
          <ac:spMkLst>
            <pc:docMk/>
            <pc:sldMk cId="3169459249" sldId="303"/>
            <ac:spMk id="3" creationId="{99C72C27-2AAC-8078-A54A-B9F9BE17E651}"/>
          </ac:spMkLst>
        </pc:spChg>
      </pc:sldChg>
      <pc:sldChg chg="addSp delSp modSp add mod ord">
        <pc:chgData name="Saiyam Shah" userId="bfc7522abbcc58b7" providerId="LiveId" clId="{98297EEA-5CC4-484D-91AA-495C7A6C6BD1}" dt="2024-11-23T10:13:20.471" v="773" actId="20577"/>
        <pc:sldMkLst>
          <pc:docMk/>
          <pc:sldMk cId="3262720959" sldId="304"/>
        </pc:sldMkLst>
        <pc:spChg chg="mod">
          <ac:chgData name="Saiyam Shah" userId="bfc7522abbcc58b7" providerId="LiveId" clId="{98297EEA-5CC4-484D-91AA-495C7A6C6BD1}" dt="2024-11-23T10:13:20.471" v="773" actId="20577"/>
          <ac:spMkLst>
            <pc:docMk/>
            <pc:sldMk cId="3262720959" sldId="304"/>
            <ac:spMk id="4" creationId="{701E8B31-34C4-1EDE-ADF7-3780BA0BF287}"/>
          </ac:spMkLst>
        </pc:spChg>
        <pc:graphicFrameChg chg="add mod">
          <ac:chgData name="Saiyam Shah" userId="bfc7522abbcc58b7" providerId="LiveId" clId="{98297EEA-5CC4-484D-91AA-495C7A6C6BD1}" dt="2024-11-23T09:39:24.814" v="221"/>
          <ac:graphicFrameMkLst>
            <pc:docMk/>
            <pc:sldMk cId="3262720959" sldId="304"/>
            <ac:graphicFrameMk id="2" creationId="{E0623580-D342-BB5E-7B96-B8506344A258}"/>
          </ac:graphicFrameMkLst>
        </pc:graphicFrameChg>
        <pc:graphicFrameChg chg="add del mod modGraphic">
          <ac:chgData name="Saiyam Shah" userId="bfc7522abbcc58b7" providerId="LiveId" clId="{98297EEA-5CC4-484D-91AA-495C7A6C6BD1}" dt="2024-11-23T09:43:58.314" v="232" actId="478"/>
          <ac:graphicFrameMkLst>
            <pc:docMk/>
            <pc:sldMk cId="3262720959" sldId="304"/>
            <ac:graphicFrameMk id="5" creationId="{578CC6E4-7048-B318-FD3B-9BE0F4612279}"/>
          </ac:graphicFrameMkLst>
        </pc:graphicFrameChg>
        <pc:graphicFrameChg chg="add del mod">
          <ac:chgData name="Saiyam Shah" userId="bfc7522abbcc58b7" providerId="LiveId" clId="{98297EEA-5CC4-484D-91AA-495C7A6C6BD1}" dt="2024-11-23T09:46:20.830" v="234" actId="478"/>
          <ac:graphicFrameMkLst>
            <pc:docMk/>
            <pc:sldMk cId="3262720959" sldId="304"/>
            <ac:graphicFrameMk id="6" creationId="{A631155F-93DB-11DA-5542-306A6A8164BA}"/>
          </ac:graphicFrameMkLst>
        </pc:graphicFrameChg>
        <pc:graphicFrameChg chg="add mod">
          <ac:chgData name="Saiyam Shah" userId="bfc7522abbcc58b7" providerId="LiveId" clId="{98297EEA-5CC4-484D-91AA-495C7A6C6BD1}" dt="2024-11-23T09:48:17.575" v="235"/>
          <ac:graphicFrameMkLst>
            <pc:docMk/>
            <pc:sldMk cId="3262720959" sldId="304"/>
            <ac:graphicFrameMk id="7" creationId="{DBCDA692-0753-02A6-2472-2222458B8C86}"/>
          </ac:graphicFrameMkLst>
        </pc:graphicFrameChg>
        <pc:graphicFrameChg chg="add mod modGraphic">
          <ac:chgData name="Saiyam Shah" userId="bfc7522abbcc58b7" providerId="LiveId" clId="{98297EEA-5CC4-484D-91AA-495C7A6C6BD1}" dt="2024-11-23T09:49:32.824" v="243" actId="14100"/>
          <ac:graphicFrameMkLst>
            <pc:docMk/>
            <pc:sldMk cId="3262720959" sldId="304"/>
            <ac:graphicFrameMk id="8" creationId="{0F593FFE-A007-BD60-3854-6B711DF81985}"/>
          </ac:graphicFrameMkLst>
        </pc:graphicFrameChg>
        <pc:graphicFrameChg chg="del">
          <ac:chgData name="Saiyam Shah" userId="bfc7522abbcc58b7" providerId="LiveId" clId="{98297EEA-5CC4-484D-91AA-495C7A6C6BD1}" dt="2024-11-23T09:38:52.776" v="220" actId="478"/>
          <ac:graphicFrameMkLst>
            <pc:docMk/>
            <pc:sldMk cId="3262720959" sldId="304"/>
            <ac:graphicFrameMk id="9" creationId="{160733F4-4A8D-2188-DE22-C9D0EFB2302E}"/>
          </ac:graphicFrameMkLst>
        </pc:graphicFrameChg>
        <pc:graphicFrameChg chg="del">
          <ac:chgData name="Saiyam Shah" userId="bfc7522abbcc58b7" providerId="LiveId" clId="{98297EEA-5CC4-484D-91AA-495C7A6C6BD1}" dt="2024-11-23T09:38:52.776" v="220" actId="478"/>
          <ac:graphicFrameMkLst>
            <pc:docMk/>
            <pc:sldMk cId="3262720959" sldId="304"/>
            <ac:graphicFrameMk id="12" creationId="{6A44ECAC-54DD-D69B-5878-141B9E017E2B}"/>
          </ac:graphicFrameMkLst>
        </pc:graphicFrameChg>
      </pc:sldChg>
      <pc:sldChg chg="addSp delSp modSp new mod ord">
        <pc:chgData name="Saiyam Shah" userId="bfc7522abbcc58b7" providerId="LiveId" clId="{98297EEA-5CC4-484D-91AA-495C7A6C6BD1}" dt="2024-11-23T10:25:15.078" v="949" actId="1076"/>
        <pc:sldMkLst>
          <pc:docMk/>
          <pc:sldMk cId="2589311718" sldId="305"/>
        </pc:sldMkLst>
        <pc:spChg chg="del">
          <ac:chgData name="Saiyam Shah" userId="bfc7522abbcc58b7" providerId="LiveId" clId="{98297EEA-5CC4-484D-91AA-495C7A6C6BD1}" dt="2024-11-23T09:57:40.615" v="407" actId="931"/>
          <ac:spMkLst>
            <pc:docMk/>
            <pc:sldMk cId="2589311718" sldId="305"/>
            <ac:spMk id="3" creationId="{6D75DBB4-DB86-B001-0749-6F72B8F8632E}"/>
          </ac:spMkLst>
        </pc:spChg>
        <pc:spChg chg="mod">
          <ac:chgData name="Saiyam Shah" userId="bfc7522abbcc58b7" providerId="LiveId" clId="{98297EEA-5CC4-484D-91AA-495C7A6C6BD1}" dt="2024-11-23T09:58:09.356" v="419" actId="404"/>
          <ac:spMkLst>
            <pc:docMk/>
            <pc:sldMk cId="2589311718" sldId="305"/>
            <ac:spMk id="4" creationId="{148EBEC5-B26A-B0A9-F1E3-779C3832327C}"/>
          </ac:spMkLst>
        </pc:spChg>
        <pc:spChg chg="del">
          <ac:chgData name="Saiyam Shah" userId="bfc7522abbcc58b7" providerId="LiveId" clId="{98297EEA-5CC4-484D-91AA-495C7A6C6BD1}" dt="2024-11-23T09:57:48.499" v="408" actId="931"/>
          <ac:spMkLst>
            <pc:docMk/>
            <pc:sldMk cId="2589311718" sldId="305"/>
            <ac:spMk id="5" creationId="{33B84ABC-C6F0-9170-CAA9-476CFBECA2F5}"/>
          </ac:spMkLst>
        </pc:spChg>
        <pc:spChg chg="mod">
          <ac:chgData name="Saiyam Shah" userId="bfc7522abbcc58b7" providerId="LiveId" clId="{98297EEA-5CC4-484D-91AA-495C7A6C6BD1}" dt="2024-11-23T09:58:16.689" v="421" actId="404"/>
          <ac:spMkLst>
            <pc:docMk/>
            <pc:sldMk cId="2589311718" sldId="305"/>
            <ac:spMk id="6" creationId="{A9B602CE-7849-0FC0-FA96-51907DEEA45D}"/>
          </ac:spMkLst>
        </pc:spChg>
        <pc:spChg chg="del">
          <ac:chgData name="Saiyam Shah" userId="bfc7522abbcc58b7" providerId="LiveId" clId="{98297EEA-5CC4-484D-91AA-495C7A6C6BD1}" dt="2024-11-23T09:57:52.962" v="409" actId="931"/>
          <ac:spMkLst>
            <pc:docMk/>
            <pc:sldMk cId="2589311718" sldId="305"/>
            <ac:spMk id="7" creationId="{407A865A-04EA-3C98-43B8-C18794B34175}"/>
          </ac:spMkLst>
        </pc:spChg>
        <pc:spChg chg="mod">
          <ac:chgData name="Saiyam Shah" userId="bfc7522abbcc58b7" providerId="LiveId" clId="{98297EEA-5CC4-484D-91AA-495C7A6C6BD1}" dt="2024-11-23T09:58:24.478" v="423" actId="404"/>
          <ac:spMkLst>
            <pc:docMk/>
            <pc:sldMk cId="2589311718" sldId="305"/>
            <ac:spMk id="8" creationId="{B48D6396-7AF6-368A-34FA-A285B99ABCD8}"/>
          </ac:spMkLst>
        </pc:spChg>
        <pc:spChg chg="add mod">
          <ac:chgData name="Saiyam Shah" userId="bfc7522abbcc58b7" providerId="LiveId" clId="{98297EEA-5CC4-484D-91AA-495C7A6C6BD1}" dt="2024-11-23T09:58:34.145" v="424"/>
          <ac:spMkLst>
            <pc:docMk/>
            <pc:sldMk cId="2589311718" sldId="305"/>
            <ac:spMk id="15" creationId="{905D3F20-79C7-AC37-C55B-BF53DBF0B27E}"/>
          </ac:spMkLst>
        </pc:spChg>
        <pc:spChg chg="add del mod">
          <ac:chgData name="Saiyam Shah" userId="bfc7522abbcc58b7" providerId="LiveId" clId="{98297EEA-5CC4-484D-91AA-495C7A6C6BD1}" dt="2024-11-23T10:25:02.682" v="944" actId="931"/>
          <ac:spMkLst>
            <pc:docMk/>
            <pc:sldMk cId="2589311718" sldId="305"/>
            <ac:spMk id="17" creationId="{AAE9C2E9-8CF3-7520-88CB-27C19270B188}"/>
          </ac:spMkLst>
        </pc:spChg>
        <pc:spChg chg="add mod">
          <ac:chgData name="Saiyam Shah" userId="bfc7522abbcc58b7" providerId="LiveId" clId="{98297EEA-5CC4-484D-91AA-495C7A6C6BD1}" dt="2024-11-23T10:24:07.510" v="942" actId="478"/>
          <ac:spMkLst>
            <pc:docMk/>
            <pc:sldMk cId="2589311718" sldId="305"/>
            <ac:spMk id="19" creationId="{888AC229-248C-153B-B677-E3138F008C3D}"/>
          </ac:spMkLst>
        </pc:spChg>
        <pc:spChg chg="add mod">
          <ac:chgData name="Saiyam Shah" userId="bfc7522abbcc58b7" providerId="LiveId" clId="{98297EEA-5CC4-484D-91AA-495C7A6C6BD1}" dt="2024-11-23T10:24:08.173" v="943" actId="478"/>
          <ac:spMkLst>
            <pc:docMk/>
            <pc:sldMk cId="2589311718" sldId="305"/>
            <ac:spMk id="21" creationId="{CC0DD5AB-0027-603C-69F4-578E306564AC}"/>
          </ac:spMkLst>
        </pc:spChg>
        <pc:picChg chg="add del mod">
          <ac:chgData name="Saiyam Shah" userId="bfc7522abbcc58b7" providerId="LiveId" clId="{98297EEA-5CC4-484D-91AA-495C7A6C6BD1}" dt="2024-11-23T10:24:05.753" v="941" actId="478"/>
          <ac:picMkLst>
            <pc:docMk/>
            <pc:sldMk cId="2589311718" sldId="305"/>
            <ac:picMk id="10" creationId="{DF748BE3-8246-2928-6801-BD7381542BC7}"/>
          </ac:picMkLst>
        </pc:picChg>
        <pc:picChg chg="add del mod">
          <ac:chgData name="Saiyam Shah" userId="bfc7522abbcc58b7" providerId="LiveId" clId="{98297EEA-5CC4-484D-91AA-495C7A6C6BD1}" dt="2024-11-23T10:24:07.510" v="942" actId="478"/>
          <ac:picMkLst>
            <pc:docMk/>
            <pc:sldMk cId="2589311718" sldId="305"/>
            <ac:picMk id="12" creationId="{0AB405E2-CD3D-1874-524B-9A3C922472D9}"/>
          </ac:picMkLst>
        </pc:picChg>
        <pc:picChg chg="add del mod">
          <ac:chgData name="Saiyam Shah" userId="bfc7522abbcc58b7" providerId="LiveId" clId="{98297EEA-5CC4-484D-91AA-495C7A6C6BD1}" dt="2024-11-23T10:24:08.173" v="943" actId="478"/>
          <ac:picMkLst>
            <pc:docMk/>
            <pc:sldMk cId="2589311718" sldId="305"/>
            <ac:picMk id="14" creationId="{DB450C04-BC6B-6611-5E96-9ABDB6FDBBFD}"/>
          </ac:picMkLst>
        </pc:picChg>
        <pc:picChg chg="add mod">
          <ac:chgData name="Saiyam Shah" userId="bfc7522abbcc58b7" providerId="LiveId" clId="{98297EEA-5CC4-484D-91AA-495C7A6C6BD1}" dt="2024-11-23T10:25:04.649" v="945" actId="27614"/>
          <ac:picMkLst>
            <pc:docMk/>
            <pc:sldMk cId="2589311718" sldId="305"/>
            <ac:picMk id="23" creationId="{988D628B-E3BC-0F7C-F951-4953707604BD}"/>
          </ac:picMkLst>
        </pc:picChg>
        <pc:picChg chg="add mod">
          <ac:chgData name="Saiyam Shah" userId="bfc7522abbcc58b7" providerId="LiveId" clId="{98297EEA-5CC4-484D-91AA-495C7A6C6BD1}" dt="2024-11-23T10:25:10.388" v="947" actId="1076"/>
          <ac:picMkLst>
            <pc:docMk/>
            <pc:sldMk cId="2589311718" sldId="305"/>
            <ac:picMk id="24" creationId="{ECEEF46F-AE60-B262-0FB7-B1E3403C71E5}"/>
          </ac:picMkLst>
        </pc:picChg>
        <pc:picChg chg="add mod">
          <ac:chgData name="Saiyam Shah" userId="bfc7522abbcc58b7" providerId="LiveId" clId="{98297EEA-5CC4-484D-91AA-495C7A6C6BD1}" dt="2024-11-23T10:25:15.078" v="949" actId="1076"/>
          <ac:picMkLst>
            <pc:docMk/>
            <pc:sldMk cId="2589311718" sldId="305"/>
            <ac:picMk id="25" creationId="{E5061059-F9E6-4B64-DA83-20059713E932}"/>
          </ac:picMkLst>
        </pc:picChg>
      </pc:sldChg>
      <pc:sldChg chg="new del">
        <pc:chgData name="Saiyam Shah" userId="bfc7522abbcc58b7" providerId="LiveId" clId="{98297EEA-5CC4-484D-91AA-495C7A6C6BD1}" dt="2024-11-23T09:56:39.082" v="405" actId="47"/>
        <pc:sldMkLst>
          <pc:docMk/>
          <pc:sldMk cId="3737522664" sldId="305"/>
        </pc:sldMkLst>
      </pc:sldChg>
      <pc:sldChg chg="addSp delSp modSp new mod">
        <pc:chgData name="Saiyam Shah" userId="bfc7522abbcc58b7" providerId="LiveId" clId="{98297EEA-5CC4-484D-91AA-495C7A6C6BD1}" dt="2024-11-23T10:04:46.802" v="563" actId="20577"/>
        <pc:sldMkLst>
          <pc:docMk/>
          <pc:sldMk cId="728164252" sldId="306"/>
        </pc:sldMkLst>
        <pc:spChg chg="del">
          <ac:chgData name="Saiyam Shah" userId="bfc7522abbcc58b7" providerId="LiveId" clId="{98297EEA-5CC4-484D-91AA-495C7A6C6BD1}" dt="2024-11-23T10:04:01.080" v="527" actId="931"/>
          <ac:spMkLst>
            <pc:docMk/>
            <pc:sldMk cId="728164252" sldId="306"/>
            <ac:spMk id="3" creationId="{5A3A5AD6-0D7C-7D9E-8F3A-90E0E44B1C82}"/>
          </ac:spMkLst>
        </pc:spChg>
        <pc:spChg chg="mod">
          <ac:chgData name="Saiyam Shah" userId="bfc7522abbcc58b7" providerId="LiveId" clId="{98297EEA-5CC4-484D-91AA-495C7A6C6BD1}" dt="2024-11-23T10:04:23.064" v="553" actId="20577"/>
          <ac:spMkLst>
            <pc:docMk/>
            <pc:sldMk cId="728164252" sldId="306"/>
            <ac:spMk id="4" creationId="{80CDB16E-1546-BC23-9D53-5926A40FBEA8}"/>
          </ac:spMkLst>
        </pc:spChg>
        <pc:spChg chg="del">
          <ac:chgData name="Saiyam Shah" userId="bfc7522abbcc58b7" providerId="LiveId" clId="{98297EEA-5CC4-484D-91AA-495C7A6C6BD1}" dt="2024-11-23T10:04:32.086" v="554" actId="931"/>
          <ac:spMkLst>
            <pc:docMk/>
            <pc:sldMk cId="728164252" sldId="306"/>
            <ac:spMk id="5" creationId="{7FFEAB0F-3549-0511-1CCE-83C7B6554448}"/>
          </ac:spMkLst>
        </pc:spChg>
        <pc:spChg chg="mod">
          <ac:chgData name="Saiyam Shah" userId="bfc7522abbcc58b7" providerId="LiveId" clId="{98297EEA-5CC4-484D-91AA-495C7A6C6BD1}" dt="2024-11-23T10:04:44.061" v="561" actId="20577"/>
          <ac:spMkLst>
            <pc:docMk/>
            <pc:sldMk cId="728164252" sldId="306"/>
            <ac:spMk id="6" creationId="{53395A48-0AB1-A04B-E704-1033F7A1BB03}"/>
          </ac:spMkLst>
        </pc:spChg>
        <pc:spChg chg="del">
          <ac:chgData name="Saiyam Shah" userId="bfc7522abbcc58b7" providerId="LiveId" clId="{98297EEA-5CC4-484D-91AA-495C7A6C6BD1}" dt="2024-11-23T10:04:36.874" v="555" actId="931"/>
          <ac:spMkLst>
            <pc:docMk/>
            <pc:sldMk cId="728164252" sldId="306"/>
            <ac:spMk id="7" creationId="{23473425-5B3C-815D-2FBC-27BF5FBE9D79}"/>
          </ac:spMkLst>
        </pc:spChg>
        <pc:spChg chg="mod">
          <ac:chgData name="Saiyam Shah" userId="bfc7522abbcc58b7" providerId="LiveId" clId="{98297EEA-5CC4-484D-91AA-495C7A6C6BD1}" dt="2024-11-23T10:04:46.802" v="563" actId="20577"/>
          <ac:spMkLst>
            <pc:docMk/>
            <pc:sldMk cId="728164252" sldId="306"/>
            <ac:spMk id="8" creationId="{84AB4413-08D6-8CB5-77BE-922D0BC2B1EF}"/>
          </ac:spMkLst>
        </pc:spChg>
        <pc:spChg chg="add mod">
          <ac:chgData name="Saiyam Shah" userId="bfc7522abbcc58b7" providerId="LiveId" clId="{98297EEA-5CC4-484D-91AA-495C7A6C6BD1}" dt="2024-11-23T10:03:37.744" v="523"/>
          <ac:spMkLst>
            <pc:docMk/>
            <pc:sldMk cId="728164252" sldId="306"/>
            <ac:spMk id="9" creationId="{4BBDD112-5F74-3A94-C4BE-89ABBA9F4EA4}"/>
          </ac:spMkLst>
        </pc:spChg>
        <pc:picChg chg="add mod">
          <ac:chgData name="Saiyam Shah" userId="bfc7522abbcc58b7" providerId="LiveId" clId="{98297EEA-5CC4-484D-91AA-495C7A6C6BD1}" dt="2024-11-23T10:04:05.291" v="534" actId="27614"/>
          <ac:picMkLst>
            <pc:docMk/>
            <pc:sldMk cId="728164252" sldId="306"/>
            <ac:picMk id="11" creationId="{F6704E0B-D3E8-E952-0188-B348FC661FAB}"/>
          </ac:picMkLst>
        </pc:picChg>
        <pc:picChg chg="add mod">
          <ac:chgData name="Saiyam Shah" userId="bfc7522abbcc58b7" providerId="LiveId" clId="{98297EEA-5CC4-484D-91AA-495C7A6C6BD1}" dt="2024-11-23T10:04:36.921" v="556" actId="27614"/>
          <ac:picMkLst>
            <pc:docMk/>
            <pc:sldMk cId="728164252" sldId="306"/>
            <ac:picMk id="13" creationId="{50C93A9B-337C-87AF-B4C8-91424883BDA4}"/>
          </ac:picMkLst>
        </pc:picChg>
        <pc:picChg chg="add mod">
          <ac:chgData name="Saiyam Shah" userId="bfc7522abbcc58b7" providerId="LiveId" clId="{98297EEA-5CC4-484D-91AA-495C7A6C6BD1}" dt="2024-11-23T10:04:39.075" v="559" actId="962"/>
          <ac:picMkLst>
            <pc:docMk/>
            <pc:sldMk cId="728164252" sldId="306"/>
            <ac:picMk id="15" creationId="{357838EA-3018-850F-E0BA-C89B1B4FFFF5}"/>
          </ac:picMkLst>
        </pc:picChg>
      </pc:sldChg>
      <pc:sldChg chg="add del">
        <pc:chgData name="Saiyam Shah" userId="bfc7522abbcc58b7" providerId="LiveId" clId="{98297EEA-5CC4-484D-91AA-495C7A6C6BD1}" dt="2024-11-23T10:16:15.841" v="835"/>
        <pc:sldMkLst>
          <pc:docMk/>
          <pc:sldMk cId="3636273111" sldId="307"/>
        </pc:sldMkLst>
      </pc:sldChg>
      <pc:sldChg chg="modSp add del mod">
        <pc:chgData name="Saiyam Shah" userId="bfc7522abbcc58b7" providerId="LiveId" clId="{98297EEA-5CC4-484D-91AA-495C7A6C6BD1}" dt="2024-11-23T10:05:47.066" v="580" actId="47"/>
        <pc:sldMkLst>
          <pc:docMk/>
          <pc:sldMk cId="3663433104" sldId="307"/>
        </pc:sldMkLst>
        <pc:spChg chg="mod">
          <ac:chgData name="Saiyam Shah" userId="bfc7522abbcc58b7" providerId="LiveId" clId="{98297EEA-5CC4-484D-91AA-495C7A6C6BD1}" dt="2024-11-23T10:05:44.777" v="579" actId="20577"/>
          <ac:spMkLst>
            <pc:docMk/>
            <pc:sldMk cId="3663433104" sldId="307"/>
            <ac:spMk id="9" creationId="{C3E2B0D7-1B1A-82DE-A5F2-3CA0C2FEF1F3}"/>
          </ac:spMkLst>
        </pc:spChg>
      </pc:sldChg>
      <pc:sldChg chg="modSp add mod">
        <pc:chgData name="Saiyam Shah" userId="bfc7522abbcc58b7" providerId="LiveId" clId="{98297EEA-5CC4-484D-91AA-495C7A6C6BD1}" dt="2024-11-23T10:16:38.238" v="841"/>
        <pc:sldMkLst>
          <pc:docMk/>
          <pc:sldMk cId="3942801469" sldId="307"/>
        </pc:sldMkLst>
        <pc:spChg chg="mod">
          <ac:chgData name="Saiyam Shah" userId="bfc7522abbcc58b7" providerId="LiveId" clId="{98297EEA-5CC4-484D-91AA-495C7A6C6BD1}" dt="2024-11-23T10:16:38.238" v="841"/>
          <ac:spMkLst>
            <pc:docMk/>
            <pc:sldMk cId="3942801469" sldId="307"/>
            <ac:spMk id="3" creationId="{0BC78E2F-F45A-BBD6-ED5A-834D3CCCAF5D}"/>
          </ac:spMkLst>
        </pc:spChg>
      </pc:sldChg>
      <pc:sldChg chg="modSp add mod ord">
        <pc:chgData name="Saiyam Shah" userId="bfc7522abbcc58b7" providerId="LiveId" clId="{98297EEA-5CC4-484D-91AA-495C7A6C6BD1}" dt="2024-11-23T10:17:35.391" v="861"/>
        <pc:sldMkLst>
          <pc:docMk/>
          <pc:sldMk cId="3733040002" sldId="308"/>
        </pc:sldMkLst>
        <pc:spChg chg="mod">
          <ac:chgData name="Saiyam Shah" userId="bfc7522abbcc58b7" providerId="LiveId" clId="{98297EEA-5CC4-484D-91AA-495C7A6C6BD1}" dt="2024-11-23T10:17:35.391" v="861"/>
          <ac:spMkLst>
            <pc:docMk/>
            <pc:sldMk cId="3733040002" sldId="308"/>
            <ac:spMk id="3" creationId="{144B5D33-D254-2EF6-9595-E044BD7EAF61}"/>
          </ac:spMkLst>
        </pc:spChg>
      </pc:sldChg>
      <pc:sldChg chg="addSp delSp add del mod">
        <pc:chgData name="Saiyam Shah" userId="bfc7522abbcc58b7" providerId="LiveId" clId="{98297EEA-5CC4-484D-91AA-495C7A6C6BD1}" dt="2024-11-23T10:18:34.318" v="868" actId="47"/>
        <pc:sldMkLst>
          <pc:docMk/>
          <pc:sldMk cId="70063338" sldId="309"/>
        </pc:sldMkLst>
        <pc:picChg chg="add del">
          <ac:chgData name="Saiyam Shah" userId="bfc7522abbcc58b7" providerId="LiveId" clId="{98297EEA-5CC4-484D-91AA-495C7A6C6BD1}" dt="2024-11-23T10:18:28.619" v="867" actId="478"/>
          <ac:picMkLst>
            <pc:docMk/>
            <pc:sldMk cId="70063338" sldId="309"/>
            <ac:picMk id="15" creationId="{2842F7C5-3E95-A787-3406-918FCC28CAD7}"/>
          </ac:picMkLst>
        </pc:picChg>
        <pc:picChg chg="del">
          <ac:chgData name="Saiyam Shah" userId="bfc7522abbcc58b7" providerId="LiveId" clId="{98297EEA-5CC4-484D-91AA-495C7A6C6BD1}" dt="2024-11-23T10:18:28.619" v="867" actId="478"/>
          <ac:picMkLst>
            <pc:docMk/>
            <pc:sldMk cId="70063338" sldId="309"/>
            <ac:picMk id="16" creationId="{43051793-BF04-164E-5067-80EF604D5CD8}"/>
          </ac:picMkLst>
        </pc:picChg>
        <pc:picChg chg="del">
          <ac:chgData name="Saiyam Shah" userId="bfc7522abbcc58b7" providerId="LiveId" clId="{98297EEA-5CC4-484D-91AA-495C7A6C6BD1}" dt="2024-11-23T10:18:28.619" v="867" actId="478"/>
          <ac:picMkLst>
            <pc:docMk/>
            <pc:sldMk cId="70063338" sldId="309"/>
            <ac:picMk id="17" creationId="{77659EF7-E790-EC08-E309-0CF11505C723}"/>
          </ac:picMkLst>
        </pc:picChg>
      </pc:sldChg>
      <pc:sldChg chg="addSp modSp new mod">
        <pc:chgData name="Saiyam Shah" userId="bfc7522abbcc58b7" providerId="LiveId" clId="{98297EEA-5CC4-484D-91AA-495C7A6C6BD1}" dt="2024-11-23T10:23:53.011" v="940"/>
        <pc:sldMkLst>
          <pc:docMk/>
          <pc:sldMk cId="3098386191" sldId="309"/>
        </pc:sldMkLst>
        <pc:spChg chg="mod">
          <ac:chgData name="Saiyam Shah" userId="bfc7522abbcc58b7" providerId="LiveId" clId="{98297EEA-5CC4-484D-91AA-495C7A6C6BD1}" dt="2024-11-23T10:19:08.867" v="880"/>
          <ac:spMkLst>
            <pc:docMk/>
            <pc:sldMk cId="3098386191" sldId="309"/>
            <ac:spMk id="4" creationId="{FB7EC2CD-0849-2F62-759A-1347360E9D40}"/>
          </ac:spMkLst>
        </pc:spChg>
        <pc:spChg chg="mod">
          <ac:chgData name="Saiyam Shah" userId="bfc7522abbcc58b7" providerId="LiveId" clId="{98297EEA-5CC4-484D-91AA-495C7A6C6BD1}" dt="2024-11-23T10:19:05.873" v="879" actId="20577"/>
          <ac:spMkLst>
            <pc:docMk/>
            <pc:sldMk cId="3098386191" sldId="309"/>
            <ac:spMk id="6" creationId="{5911B7E7-6AF4-C61A-C466-577DB26C27E6}"/>
          </ac:spMkLst>
        </pc:spChg>
        <pc:spChg chg="mod">
          <ac:chgData name="Saiyam Shah" userId="bfc7522abbcc58b7" providerId="LiveId" clId="{98297EEA-5CC4-484D-91AA-495C7A6C6BD1}" dt="2024-11-23T10:19:12.218" v="881"/>
          <ac:spMkLst>
            <pc:docMk/>
            <pc:sldMk cId="3098386191" sldId="309"/>
            <ac:spMk id="8" creationId="{C788C5BF-4648-DB67-21B0-E6BB98F79149}"/>
          </ac:spMkLst>
        </pc:spChg>
        <pc:spChg chg="add mod">
          <ac:chgData name="Saiyam Shah" userId="bfc7522abbcc58b7" providerId="LiveId" clId="{98297EEA-5CC4-484D-91AA-495C7A6C6BD1}" dt="2024-11-23T10:18:50.867" v="871"/>
          <ac:spMkLst>
            <pc:docMk/>
            <pc:sldMk cId="3098386191" sldId="309"/>
            <ac:spMk id="10" creationId="{A32B4BFD-D5BF-4D4F-EA8C-30857082F09D}"/>
          </ac:spMkLst>
        </pc:spChg>
        <pc:spChg chg="add mod">
          <ac:chgData name="Saiyam Shah" userId="bfc7522abbcc58b7" providerId="LiveId" clId="{98297EEA-5CC4-484D-91AA-495C7A6C6BD1}" dt="2024-11-23T10:18:50.867" v="871"/>
          <ac:spMkLst>
            <pc:docMk/>
            <pc:sldMk cId="3098386191" sldId="309"/>
            <ac:spMk id="11" creationId="{2CCF3C49-34C9-D860-93DF-6BB4A95794D5}"/>
          </ac:spMkLst>
        </pc:spChg>
        <pc:spChg chg="add mod">
          <ac:chgData name="Saiyam Shah" userId="bfc7522abbcc58b7" providerId="LiveId" clId="{98297EEA-5CC4-484D-91AA-495C7A6C6BD1}" dt="2024-11-23T10:18:50.867" v="871"/>
          <ac:spMkLst>
            <pc:docMk/>
            <pc:sldMk cId="3098386191" sldId="309"/>
            <ac:spMk id="12" creationId="{FEA1BF00-30F7-11BB-1D52-B6FA2BDB225B}"/>
          </ac:spMkLst>
        </pc:spChg>
        <pc:spChg chg="add mod">
          <ac:chgData name="Saiyam Shah" userId="bfc7522abbcc58b7" providerId="LiveId" clId="{98297EEA-5CC4-484D-91AA-495C7A6C6BD1}" dt="2024-11-23T10:23:53.011" v="940"/>
          <ac:spMkLst>
            <pc:docMk/>
            <pc:sldMk cId="3098386191" sldId="309"/>
            <ac:spMk id="15" creationId="{810ABAA8-3537-BFA3-4BC0-B876CE927A45}"/>
          </ac:spMkLst>
        </pc:spChg>
        <pc:picChg chg="add mod">
          <ac:chgData name="Saiyam Shah" userId="bfc7522abbcc58b7" providerId="LiveId" clId="{98297EEA-5CC4-484D-91AA-495C7A6C6BD1}" dt="2024-11-23T10:18:42.314" v="870"/>
          <ac:picMkLst>
            <pc:docMk/>
            <pc:sldMk cId="3098386191" sldId="309"/>
            <ac:picMk id="9" creationId="{50816129-DCEF-9915-FFE4-311BC325875D}"/>
          </ac:picMkLst>
        </pc:picChg>
        <pc:picChg chg="add mod">
          <ac:chgData name="Saiyam Shah" userId="bfc7522abbcc58b7" providerId="LiveId" clId="{98297EEA-5CC4-484D-91AA-495C7A6C6BD1}" dt="2024-11-23T10:19:25.184" v="885" actId="1037"/>
          <ac:picMkLst>
            <pc:docMk/>
            <pc:sldMk cId="3098386191" sldId="309"/>
            <ac:picMk id="13" creationId="{58FCB394-DA6B-9D51-036E-819B48BB6DEE}"/>
          </ac:picMkLst>
        </pc:picChg>
        <pc:picChg chg="add mod">
          <ac:chgData name="Saiyam Shah" userId="bfc7522abbcc58b7" providerId="LiveId" clId="{98297EEA-5CC4-484D-91AA-495C7A6C6BD1}" dt="2024-11-23T10:19:36.806" v="889" actId="1037"/>
          <ac:picMkLst>
            <pc:docMk/>
            <pc:sldMk cId="3098386191" sldId="309"/>
            <ac:picMk id="14" creationId="{56954FBF-42DD-53F9-15E1-A02881C59143}"/>
          </ac:picMkLst>
        </pc:picChg>
      </pc:sldChg>
      <pc:sldChg chg="add del">
        <pc:chgData name="Saiyam Shah" userId="bfc7522abbcc58b7" providerId="LiveId" clId="{98297EEA-5CC4-484D-91AA-495C7A6C6BD1}" dt="2024-11-23T10:17:22.268" v="858"/>
        <pc:sldMkLst>
          <pc:docMk/>
          <pc:sldMk cId="3203784802" sldId="309"/>
        </pc:sldMkLst>
      </pc:sldChg>
      <pc:sldMasterChg chg="addSldLayout modSldLayout">
        <pc:chgData name="Saiyam Shah" userId="bfc7522abbcc58b7" providerId="LiveId" clId="{98297EEA-5CC4-484D-91AA-495C7A6C6BD1}" dt="2024-11-23T09:56:17.969" v="403" actId="1076"/>
        <pc:sldMasterMkLst>
          <pc:docMk/>
          <pc:sldMasterMk cId="1402640244" sldId="2147483648"/>
        </pc:sldMasterMkLst>
        <pc:sldLayoutChg chg="delSp modSp mod">
          <pc:chgData name="Saiyam Shah" userId="bfc7522abbcc58b7" providerId="LiveId" clId="{98297EEA-5CC4-484D-91AA-495C7A6C6BD1}" dt="2024-11-23T09:53:41.468" v="361" actId="478"/>
          <pc:sldLayoutMkLst>
            <pc:docMk/>
            <pc:sldMasterMk cId="1402640244" sldId="2147483648"/>
            <pc:sldLayoutMk cId="2049934344" sldId="2147483661"/>
          </pc:sldLayoutMkLst>
          <pc:spChg chg="del mod">
            <ac:chgData name="Saiyam Shah" userId="bfc7522abbcc58b7" providerId="LiveId" clId="{98297EEA-5CC4-484D-91AA-495C7A6C6BD1}" dt="2024-11-23T09:53:41.468" v="361" actId="478"/>
            <ac:spMkLst>
              <pc:docMk/>
              <pc:sldMasterMk cId="1402640244" sldId="2147483648"/>
              <pc:sldLayoutMk cId="2049934344" sldId="2147483661"/>
              <ac:spMk id="2" creationId="{881FBEDF-C077-F681-F99B-15CC11F448D3}"/>
            </ac:spMkLst>
          </pc:spChg>
        </pc:sldLayoutChg>
        <pc:sldLayoutChg chg="addSp delSp modSp add mod modTransition">
          <pc:chgData name="Saiyam Shah" userId="bfc7522abbcc58b7" providerId="LiveId" clId="{98297EEA-5CC4-484D-91AA-495C7A6C6BD1}" dt="2024-11-23T09:56:17.969" v="403" actId="1076"/>
          <pc:sldLayoutMkLst>
            <pc:docMk/>
            <pc:sldMasterMk cId="1402640244" sldId="2147483648"/>
            <pc:sldLayoutMk cId="2767895632" sldId="2147483661"/>
          </pc:sldLayoutMkLst>
          <pc:spChg chg="del">
            <ac:chgData name="Saiyam Shah" userId="bfc7522abbcc58b7" providerId="LiveId" clId="{98297EEA-5CC4-484D-91AA-495C7A6C6BD1}" dt="2024-11-23T09:53:52.722" v="363" actId="478"/>
            <ac:spMkLst>
              <pc:docMk/>
              <pc:sldMasterMk cId="1402640244" sldId="2147483648"/>
              <pc:sldLayoutMk cId="2767895632" sldId="2147483661"/>
              <ac:spMk id="2" creationId="{4577BD2E-CF44-B411-AF4E-9AFEA8B4B4E3}"/>
            </ac:spMkLst>
          </pc:spChg>
          <pc:spChg chg="del">
            <ac:chgData name="Saiyam Shah" userId="bfc7522abbcc58b7" providerId="LiveId" clId="{98297EEA-5CC4-484D-91AA-495C7A6C6BD1}" dt="2024-11-23T09:53:53.542" v="364" actId="478"/>
            <ac:spMkLst>
              <pc:docMk/>
              <pc:sldMasterMk cId="1402640244" sldId="2147483648"/>
              <pc:sldLayoutMk cId="2767895632" sldId="2147483661"/>
              <ac:spMk id="3" creationId="{70B951EA-9617-D450-979B-50C2D202B251}"/>
            </ac:spMkLst>
          </pc:spChg>
          <pc:spChg chg="add del">
            <ac:chgData name="Saiyam Shah" userId="bfc7522abbcc58b7" providerId="LiveId" clId="{98297EEA-5CC4-484D-91AA-495C7A6C6BD1}" dt="2024-11-23T09:54:00.013" v="365" actId="11529"/>
            <ac:spMkLst>
              <pc:docMk/>
              <pc:sldMasterMk cId="1402640244" sldId="2147483648"/>
              <pc:sldLayoutMk cId="2767895632" sldId="2147483661"/>
              <ac:spMk id="4" creationId="{6A7FA79F-00DE-85C2-559E-D8AC5ED77B17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5" creationId="{73956468-279B-5DF2-0DDE-AD71A5A44B7E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7" creationId="{DA9D84AD-6BA5-8006-DE1A-073379192DCD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8" creationId="{8DACCA09-55EF-8FF0-2608-D09668047839}"/>
            </ac:spMkLst>
          </pc:spChg>
          <pc:spChg chg="add mod">
            <ac:chgData name="Saiyam Shah" userId="bfc7522abbcc58b7" providerId="LiveId" clId="{98297EEA-5CC4-484D-91AA-495C7A6C6BD1}" dt="2024-11-23T09:54:36.337" v="370"/>
            <ac:spMkLst>
              <pc:docMk/>
              <pc:sldMasterMk cId="1402640244" sldId="2147483648"/>
              <pc:sldLayoutMk cId="2767895632" sldId="2147483661"/>
              <ac:spMk id="9" creationId="{0D4F1412-004D-4CC4-6D3D-E8F35CCED8EE}"/>
            </ac:spMkLst>
          </pc:spChg>
          <pc:spChg chg="add mod">
            <ac:chgData name="Saiyam Shah" userId="bfc7522abbcc58b7" providerId="LiveId" clId="{98297EEA-5CC4-484D-91AA-495C7A6C6BD1}" dt="2024-11-23T09:54:36.337" v="370"/>
            <ac:spMkLst>
              <pc:docMk/>
              <pc:sldMasterMk cId="1402640244" sldId="2147483648"/>
              <pc:sldLayoutMk cId="2767895632" sldId="2147483661"/>
              <ac:spMk id="10" creationId="{47AF3B41-AFE4-1CF3-B98E-9C85A7CD7F3B}"/>
            </ac:spMkLst>
          </pc:spChg>
          <pc:spChg chg="add del">
            <ac:chgData name="Saiyam Shah" userId="bfc7522abbcc58b7" providerId="LiveId" clId="{98297EEA-5CC4-484D-91AA-495C7A6C6BD1}" dt="2024-11-23T09:54:48.263" v="371" actId="11529"/>
            <ac:spMkLst>
              <pc:docMk/>
              <pc:sldMasterMk cId="1402640244" sldId="2147483648"/>
              <pc:sldLayoutMk cId="2767895632" sldId="2147483661"/>
              <ac:spMk id="12" creationId="{4CFAD247-BB6F-0540-D404-36CDDCDF13BA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22" creationId="{B6DBC021-C642-FB3C-DB71-EF91CAB3846A}"/>
            </ac:spMkLst>
          </pc:spChg>
          <pc:spChg chg="add mod">
            <ac:chgData name="Saiyam Shah" userId="bfc7522abbcc58b7" providerId="LiveId" clId="{98297EEA-5CC4-484D-91AA-495C7A6C6BD1}" dt="2024-11-23T09:55:24.826" v="396" actId="1076"/>
            <ac:spMkLst>
              <pc:docMk/>
              <pc:sldMasterMk cId="1402640244" sldId="2147483648"/>
              <pc:sldLayoutMk cId="2767895632" sldId="2147483661"/>
              <ac:spMk id="24" creationId="{E3A08F77-8B92-042A-951D-E6509138E008}"/>
            </ac:spMkLst>
          </pc:spChg>
          <pc:spChg chg="add mod">
            <ac:chgData name="Saiyam Shah" userId="bfc7522abbcc58b7" providerId="LiveId" clId="{98297EEA-5CC4-484D-91AA-495C7A6C6BD1}" dt="2024-11-23T09:55:24.826" v="396" actId="1076"/>
            <ac:spMkLst>
              <pc:docMk/>
              <pc:sldMasterMk cId="1402640244" sldId="2147483648"/>
              <pc:sldLayoutMk cId="2767895632" sldId="2147483661"/>
              <ac:spMk id="25" creationId="{702BE379-98F1-9602-43FD-629EE3F5E037}"/>
            </ac:spMkLst>
          </pc:spChg>
          <pc:spChg chg="add mod">
            <ac:chgData name="Saiyam Shah" userId="bfc7522abbcc58b7" providerId="LiveId" clId="{98297EEA-5CC4-484D-91AA-495C7A6C6BD1}" dt="2024-11-23T09:55:24.826" v="396" actId="1076"/>
            <ac:spMkLst>
              <pc:docMk/>
              <pc:sldMasterMk cId="1402640244" sldId="2147483648"/>
              <pc:sldLayoutMk cId="2767895632" sldId="2147483661"/>
              <ac:spMk id="26" creationId="{6B976A78-14AD-FB4D-7CAC-75F3A818C546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30" creationId="{027A3420-BFF1-64B9-CEC7-CAA4CE4FFE8F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31" creationId="{A8C099FB-D34C-346A-7402-2BC5670131E9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32" creationId="{69F16097-89A1-0AA6-CB6E-E53D2CCA769E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33" creationId="{240ADDC7-2232-2F0F-5BC8-60E21C71DB0F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34" creationId="{43F85FE7-0BBE-3ECC-128B-5DC65B5BB759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35" creationId="{2A0E9D47-E05D-9D23-7C08-14A7E807168C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36" creationId="{D155D4FB-08BE-1B62-72C8-92D7ADE480EB}"/>
            </ac:spMkLst>
          </pc:spChg>
          <pc:spChg chg="add mod">
            <ac:chgData name="Saiyam Shah" userId="bfc7522abbcc58b7" providerId="LiveId" clId="{98297EEA-5CC4-484D-91AA-495C7A6C6BD1}" dt="2024-11-23T09:56:17.969" v="403" actId="1076"/>
            <ac:spMkLst>
              <pc:docMk/>
              <pc:sldMasterMk cId="1402640244" sldId="2147483648"/>
              <pc:sldLayoutMk cId="2767895632" sldId="2147483661"/>
              <ac:spMk id="37" creationId="{AA756C51-1BEF-A59B-D750-00F2F64C61BA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615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D19-47A8-8DE8-2E2B8591EC53}"/>
              </c:ext>
            </c:extLst>
          </c:dPt>
          <c:dPt>
            <c:idx val="1"/>
            <c:invertIfNegative val="0"/>
            <c:bubble3D val="0"/>
            <c:spPr>
              <a:solidFill>
                <a:srgbClr val="005A8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BD19-47A8-8DE8-2E2B8591EC53}"/>
              </c:ext>
            </c:extLst>
          </c:dPt>
          <c:dPt>
            <c:idx val="2"/>
            <c:invertIfNegative val="0"/>
            <c:bubble3D val="0"/>
            <c:spPr>
              <a:solidFill>
                <a:srgbClr val="FF615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D19-47A8-8DE8-2E2B8591EC5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Sheet1!$D$4:$D$7</c:f>
              <c:strCache>
                <c:ptCount val="4"/>
                <c:pt idx="0">
                  <c:v>Total Footings </c:v>
                </c:pt>
                <c:pt idx="1">
                  <c:v>Total Footings Completed </c:v>
                </c:pt>
                <c:pt idx="2">
                  <c:v>Planned in this week </c:v>
                </c:pt>
                <c:pt idx="3">
                  <c:v>Achieved in this week </c:v>
                </c:pt>
              </c:strCache>
            </c:strRef>
          </c:cat>
          <c:val>
            <c:numRef>
              <c:f>Sheet1!$E$4:$E$7</c:f>
              <c:numCache>
                <c:formatCode>General</c:formatCode>
                <c:ptCount val="4"/>
                <c:pt idx="0">
                  <c:v>50</c:v>
                </c:pt>
                <c:pt idx="1">
                  <c:v>20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19-47A8-8DE8-2E2B8591EC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50584047"/>
        <c:axId val="110114367"/>
      </c:barChart>
      <c:catAx>
        <c:axId val="1505840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114367"/>
        <c:crosses val="autoZero"/>
        <c:auto val="1"/>
        <c:lblAlgn val="ctr"/>
        <c:lblOffset val="100"/>
        <c:noMultiLvlLbl val="0"/>
      </c:catAx>
      <c:valAx>
        <c:axId val="110114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584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A8C2B-9E45-41B6-90AF-347C7D571FB9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8D65B-C6AD-4A1A-B10E-221945A31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87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8D65B-C6AD-4A1A-B10E-221945A31A2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320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8D65B-C6AD-4A1A-B10E-221945A31A2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28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BD2E-CF44-B411-AF4E-9AFEA8B4B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951EA-9617-D450-979B-50C2D202B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DC07C3-3ECD-460F-A173-66B96162A92C}"/>
              </a:ext>
            </a:extLst>
          </p:cNvPr>
          <p:cNvSpPr/>
          <p:nvPr userDrawn="1"/>
        </p:nvSpPr>
        <p:spPr>
          <a:xfrm>
            <a:off x="203200" y="321202"/>
            <a:ext cx="10603345" cy="85195"/>
          </a:xfrm>
          <a:prstGeom prst="rect">
            <a:avLst/>
          </a:prstGeom>
          <a:solidFill>
            <a:srgbClr val="005F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F5A623-5B7D-4DF2-805F-C2A27FCE89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6" t="20302" r="11056" b="18279"/>
          <a:stretch/>
        </p:blipFill>
        <p:spPr>
          <a:xfrm>
            <a:off x="10838258" y="136478"/>
            <a:ext cx="1251721" cy="522124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0916D928-D1C0-4BDA-AB52-35216C97F796}"/>
              </a:ext>
            </a:extLst>
          </p:cNvPr>
          <p:cNvSpPr/>
          <p:nvPr userDrawn="1"/>
        </p:nvSpPr>
        <p:spPr>
          <a:xfrm>
            <a:off x="573896" y="81062"/>
            <a:ext cx="2357407" cy="240140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638C29-00A3-47C4-85BA-014F573E6D48}"/>
              </a:ext>
            </a:extLst>
          </p:cNvPr>
          <p:cNvSpPr/>
          <p:nvPr userDrawn="1"/>
        </p:nvSpPr>
        <p:spPr>
          <a:xfrm rot="859979">
            <a:off x="2956014" y="81240"/>
            <a:ext cx="45719" cy="268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B40250-EA7A-4268-9487-4BDB5A408A9A}"/>
              </a:ext>
            </a:extLst>
          </p:cNvPr>
          <p:cNvSpPr/>
          <p:nvPr userDrawn="1"/>
        </p:nvSpPr>
        <p:spPr>
          <a:xfrm rot="859979">
            <a:off x="3048704" y="81239"/>
            <a:ext cx="45719" cy="268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01EB9B-C556-4193-96A3-1AA6A696C66D}"/>
              </a:ext>
            </a:extLst>
          </p:cNvPr>
          <p:cNvSpPr/>
          <p:nvPr userDrawn="1"/>
        </p:nvSpPr>
        <p:spPr>
          <a:xfrm rot="859979">
            <a:off x="3145735" y="84883"/>
            <a:ext cx="45719" cy="268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F4B573-8AB8-4A3F-9F52-78AC79EF6F2A}"/>
              </a:ext>
            </a:extLst>
          </p:cNvPr>
          <p:cNvGrpSpPr/>
          <p:nvPr userDrawn="1"/>
        </p:nvGrpSpPr>
        <p:grpSpPr>
          <a:xfrm>
            <a:off x="792049" y="431867"/>
            <a:ext cx="9499230" cy="68684"/>
            <a:chOff x="792049" y="431867"/>
            <a:chExt cx="9499230" cy="6868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305F90D-CA0A-4AFA-996C-F9A7B98CC0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48590" y="466209"/>
              <a:ext cx="9370292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84599EA8-7BD3-4CD4-83A1-F1D6A86E8C8B}"/>
                </a:ext>
              </a:extLst>
            </p:cNvPr>
            <p:cNvSpPr/>
            <p:nvPr userDrawn="1"/>
          </p:nvSpPr>
          <p:spPr>
            <a:xfrm>
              <a:off x="10209910" y="431867"/>
              <a:ext cx="81369" cy="68684"/>
            </a:xfrm>
            <a:prstGeom prst="flowChartConnector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B2856844-96E6-4D93-82C1-4C4E7921AF10}"/>
                </a:ext>
              </a:extLst>
            </p:cNvPr>
            <p:cNvSpPr/>
            <p:nvPr userDrawn="1"/>
          </p:nvSpPr>
          <p:spPr>
            <a:xfrm>
              <a:off x="792049" y="431867"/>
              <a:ext cx="81369" cy="68684"/>
            </a:xfrm>
            <a:prstGeom prst="flowChartConnector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4AFB09A8-A36A-48F5-9762-D66CB87E7F72}"/>
              </a:ext>
            </a:extLst>
          </p:cNvPr>
          <p:cNvSpPr/>
          <p:nvPr userDrawn="1"/>
        </p:nvSpPr>
        <p:spPr>
          <a:xfrm>
            <a:off x="0" y="6496334"/>
            <a:ext cx="11015472" cy="225140"/>
          </a:xfrm>
          <a:prstGeom prst="rect">
            <a:avLst/>
          </a:prstGeom>
          <a:solidFill>
            <a:srgbClr val="005F8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b="1" dirty="0" err="1">
                <a:latin typeface="Calibri body"/>
              </a:rPr>
              <a:t>Sharnam</a:t>
            </a:r>
            <a:r>
              <a:rPr lang="en-US" sz="1200" b="1" dirty="0">
                <a:latin typeface="Calibri body"/>
              </a:rPr>
              <a:t> Project Development Consultants &amp;Co</a:t>
            </a:r>
            <a:r>
              <a:rPr lang="en-US" sz="1200" dirty="0">
                <a:latin typeface="Calibri body"/>
              </a:rPr>
              <a:t>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B6E82C-36B2-42E8-86E9-255CCA11BF97}"/>
              </a:ext>
            </a:extLst>
          </p:cNvPr>
          <p:cNvGrpSpPr/>
          <p:nvPr userDrawn="1"/>
        </p:nvGrpSpPr>
        <p:grpSpPr>
          <a:xfrm>
            <a:off x="11240258" y="6411765"/>
            <a:ext cx="674236" cy="383730"/>
            <a:chOff x="2213293" y="1613352"/>
            <a:chExt cx="765580" cy="476451"/>
          </a:xfrm>
        </p:grpSpPr>
        <p:sp>
          <p:nvSpPr>
            <p:cNvPr id="28" name="Half Frame 27">
              <a:extLst>
                <a:ext uri="{FF2B5EF4-FFF2-40B4-BE49-F238E27FC236}">
                  <a16:creationId xmlns:a16="http://schemas.microsoft.com/office/drawing/2014/main" id="{17933F37-17B3-4794-A69F-0429423C9328}"/>
                </a:ext>
              </a:extLst>
            </p:cNvPr>
            <p:cNvSpPr/>
            <p:nvPr userDrawn="1"/>
          </p:nvSpPr>
          <p:spPr>
            <a:xfrm>
              <a:off x="2213293" y="1613352"/>
              <a:ext cx="765579" cy="370724"/>
            </a:xfrm>
            <a:prstGeom prst="halfFram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9" name="Half Frame 28">
              <a:extLst>
                <a:ext uri="{FF2B5EF4-FFF2-40B4-BE49-F238E27FC236}">
                  <a16:creationId xmlns:a16="http://schemas.microsoft.com/office/drawing/2014/main" id="{8411DAD2-2EE8-4B8F-A7C3-EE5545299701}"/>
                </a:ext>
              </a:extLst>
            </p:cNvPr>
            <p:cNvSpPr/>
            <p:nvPr userDrawn="1"/>
          </p:nvSpPr>
          <p:spPr>
            <a:xfrm rot="10800000">
              <a:off x="2213294" y="1719079"/>
              <a:ext cx="765579" cy="370724"/>
            </a:xfrm>
            <a:prstGeom prst="halfFram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918BED-4D41-6D66-7D3B-97CE64A765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86131" y="6496334"/>
            <a:ext cx="5029342" cy="192392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en-IN" sz="1200" b="1" kern="1200" dirty="0">
                <a:solidFill>
                  <a:schemeClr val="bg1"/>
                </a:solidFill>
                <a:latin typeface="Calibri bod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Project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19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0DC07C3-3ECD-460F-A173-66B96162A92C}"/>
              </a:ext>
            </a:extLst>
          </p:cNvPr>
          <p:cNvSpPr/>
          <p:nvPr userDrawn="1"/>
        </p:nvSpPr>
        <p:spPr>
          <a:xfrm>
            <a:off x="203200" y="321202"/>
            <a:ext cx="10603345" cy="85195"/>
          </a:xfrm>
          <a:prstGeom prst="rect">
            <a:avLst/>
          </a:prstGeom>
          <a:solidFill>
            <a:srgbClr val="005F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F5A623-5B7D-4DF2-805F-C2A27FCE89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6" t="20302" r="11056" b="18279"/>
          <a:stretch/>
        </p:blipFill>
        <p:spPr>
          <a:xfrm>
            <a:off x="10838258" y="136478"/>
            <a:ext cx="1251721" cy="522124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0916D928-D1C0-4BDA-AB52-35216C97F796}"/>
              </a:ext>
            </a:extLst>
          </p:cNvPr>
          <p:cNvSpPr/>
          <p:nvPr userDrawn="1"/>
        </p:nvSpPr>
        <p:spPr>
          <a:xfrm>
            <a:off x="573896" y="81062"/>
            <a:ext cx="2357407" cy="240140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638C29-00A3-47C4-85BA-014F573E6D48}"/>
              </a:ext>
            </a:extLst>
          </p:cNvPr>
          <p:cNvSpPr/>
          <p:nvPr userDrawn="1"/>
        </p:nvSpPr>
        <p:spPr>
          <a:xfrm rot="859979">
            <a:off x="2956014" y="81240"/>
            <a:ext cx="45719" cy="268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B40250-EA7A-4268-9487-4BDB5A408A9A}"/>
              </a:ext>
            </a:extLst>
          </p:cNvPr>
          <p:cNvSpPr/>
          <p:nvPr userDrawn="1"/>
        </p:nvSpPr>
        <p:spPr>
          <a:xfrm rot="859979">
            <a:off x="3048704" y="81239"/>
            <a:ext cx="45719" cy="268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01EB9B-C556-4193-96A3-1AA6A696C66D}"/>
              </a:ext>
            </a:extLst>
          </p:cNvPr>
          <p:cNvSpPr/>
          <p:nvPr userDrawn="1"/>
        </p:nvSpPr>
        <p:spPr>
          <a:xfrm rot="859979">
            <a:off x="3145735" y="84883"/>
            <a:ext cx="45719" cy="268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F4B573-8AB8-4A3F-9F52-78AC79EF6F2A}"/>
              </a:ext>
            </a:extLst>
          </p:cNvPr>
          <p:cNvGrpSpPr/>
          <p:nvPr userDrawn="1"/>
        </p:nvGrpSpPr>
        <p:grpSpPr>
          <a:xfrm>
            <a:off x="792049" y="431867"/>
            <a:ext cx="9499230" cy="68684"/>
            <a:chOff x="792049" y="431867"/>
            <a:chExt cx="9499230" cy="6868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305F90D-CA0A-4AFA-996C-F9A7B98CC0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48590" y="466209"/>
              <a:ext cx="9370292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84599EA8-7BD3-4CD4-83A1-F1D6A86E8C8B}"/>
                </a:ext>
              </a:extLst>
            </p:cNvPr>
            <p:cNvSpPr/>
            <p:nvPr userDrawn="1"/>
          </p:nvSpPr>
          <p:spPr>
            <a:xfrm>
              <a:off x="10209910" y="431867"/>
              <a:ext cx="81369" cy="68684"/>
            </a:xfrm>
            <a:prstGeom prst="flowChartConnector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B2856844-96E6-4D93-82C1-4C4E7921AF10}"/>
                </a:ext>
              </a:extLst>
            </p:cNvPr>
            <p:cNvSpPr/>
            <p:nvPr userDrawn="1"/>
          </p:nvSpPr>
          <p:spPr>
            <a:xfrm>
              <a:off x="792049" y="431867"/>
              <a:ext cx="81369" cy="68684"/>
            </a:xfrm>
            <a:prstGeom prst="flowChartConnector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4AFB09A8-A36A-48F5-9762-D66CB87E7F72}"/>
              </a:ext>
            </a:extLst>
          </p:cNvPr>
          <p:cNvSpPr/>
          <p:nvPr userDrawn="1"/>
        </p:nvSpPr>
        <p:spPr>
          <a:xfrm>
            <a:off x="0" y="6496334"/>
            <a:ext cx="11015472" cy="225140"/>
          </a:xfrm>
          <a:prstGeom prst="rect">
            <a:avLst/>
          </a:prstGeom>
          <a:solidFill>
            <a:srgbClr val="005F8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b="1" dirty="0" err="1">
                <a:latin typeface="Calibri body"/>
              </a:rPr>
              <a:t>Sharnam</a:t>
            </a:r>
            <a:r>
              <a:rPr lang="en-US" sz="1200" b="1" dirty="0">
                <a:latin typeface="Calibri body"/>
              </a:rPr>
              <a:t> Project Development Consultants &amp;Co</a:t>
            </a:r>
            <a:r>
              <a:rPr lang="en-US" sz="1200" dirty="0">
                <a:latin typeface="Calibri body"/>
              </a:rPr>
              <a:t>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B6E82C-36B2-42E8-86E9-255CCA11BF97}"/>
              </a:ext>
            </a:extLst>
          </p:cNvPr>
          <p:cNvGrpSpPr/>
          <p:nvPr userDrawn="1"/>
        </p:nvGrpSpPr>
        <p:grpSpPr>
          <a:xfrm>
            <a:off x="11240258" y="6411765"/>
            <a:ext cx="674236" cy="383730"/>
            <a:chOff x="2213293" y="1613352"/>
            <a:chExt cx="765580" cy="476451"/>
          </a:xfrm>
        </p:grpSpPr>
        <p:sp>
          <p:nvSpPr>
            <p:cNvPr id="28" name="Half Frame 27">
              <a:extLst>
                <a:ext uri="{FF2B5EF4-FFF2-40B4-BE49-F238E27FC236}">
                  <a16:creationId xmlns:a16="http://schemas.microsoft.com/office/drawing/2014/main" id="{17933F37-17B3-4794-A69F-0429423C9328}"/>
                </a:ext>
              </a:extLst>
            </p:cNvPr>
            <p:cNvSpPr/>
            <p:nvPr userDrawn="1"/>
          </p:nvSpPr>
          <p:spPr>
            <a:xfrm>
              <a:off x="2213293" y="1613352"/>
              <a:ext cx="765579" cy="370724"/>
            </a:xfrm>
            <a:prstGeom prst="halfFram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9" name="Half Frame 28">
              <a:extLst>
                <a:ext uri="{FF2B5EF4-FFF2-40B4-BE49-F238E27FC236}">
                  <a16:creationId xmlns:a16="http://schemas.microsoft.com/office/drawing/2014/main" id="{8411DAD2-2EE8-4B8F-A7C3-EE5545299701}"/>
                </a:ext>
              </a:extLst>
            </p:cNvPr>
            <p:cNvSpPr/>
            <p:nvPr userDrawn="1"/>
          </p:nvSpPr>
          <p:spPr>
            <a:xfrm rot="10800000">
              <a:off x="2213294" y="1719079"/>
              <a:ext cx="765579" cy="370724"/>
            </a:xfrm>
            <a:prstGeom prst="halfFram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918BED-4D41-6D66-7D3B-97CE64A765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86131" y="6496334"/>
            <a:ext cx="5029342" cy="192392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en-IN" sz="1200" b="1" kern="1200" dirty="0">
                <a:solidFill>
                  <a:schemeClr val="bg1"/>
                </a:solidFill>
                <a:latin typeface="Calibri bod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Project Name</a:t>
            </a:r>
            <a:endParaRPr lang="en-IN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3956468-279B-5DF2-0DDE-AD71A5A44B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0800" y="1303116"/>
            <a:ext cx="3219470" cy="357556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9D84AD-6BA5-8006-DE1A-073379192DCD}"/>
              </a:ext>
            </a:extLst>
          </p:cNvPr>
          <p:cNvSpPr/>
          <p:nvPr userDrawn="1"/>
        </p:nvSpPr>
        <p:spPr>
          <a:xfrm>
            <a:off x="590605" y="1145319"/>
            <a:ext cx="3538567" cy="3864078"/>
          </a:xfrm>
          <a:prstGeom prst="rect">
            <a:avLst/>
          </a:prstGeom>
          <a:noFill/>
          <a:ln w="28575">
            <a:solidFill>
              <a:srgbClr val="005A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ACCA09-55EF-8FF0-2608-D09668047839}"/>
              </a:ext>
            </a:extLst>
          </p:cNvPr>
          <p:cNvSpPr/>
          <p:nvPr userDrawn="1"/>
        </p:nvSpPr>
        <p:spPr>
          <a:xfrm>
            <a:off x="573897" y="5023685"/>
            <a:ext cx="3574255" cy="383458"/>
          </a:xfrm>
          <a:prstGeom prst="rect">
            <a:avLst/>
          </a:prstGeom>
          <a:solidFill>
            <a:srgbClr val="005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bg1"/>
              </a:solidFill>
              <a:latin typeface="Calibri body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6DBC021-C642-FB3C-DB71-EF91CAB384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896" y="5024145"/>
            <a:ext cx="3538538" cy="382588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alibri body"/>
              </a:defRPr>
            </a:lvl1pPr>
          </a:lstStyle>
          <a:p>
            <a:pPr lvl="0"/>
            <a:r>
              <a:rPr lang="en-US" dirty="0"/>
              <a:t>Image Caption</a:t>
            </a:r>
            <a:endParaRPr lang="en-IN" dirty="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027A3420-BFF1-64B9-CEC7-CAA4CE4FFE8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72824" y="1317404"/>
            <a:ext cx="3219470" cy="3575561"/>
          </a:xfrm>
        </p:spPr>
        <p:txBody>
          <a:bodyPr/>
          <a:lstStyle/>
          <a:p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C099FB-D34C-346A-7402-2BC5670131E9}"/>
              </a:ext>
            </a:extLst>
          </p:cNvPr>
          <p:cNvSpPr/>
          <p:nvPr userDrawn="1"/>
        </p:nvSpPr>
        <p:spPr>
          <a:xfrm>
            <a:off x="4292629" y="1159607"/>
            <a:ext cx="3538567" cy="3864078"/>
          </a:xfrm>
          <a:prstGeom prst="rect">
            <a:avLst/>
          </a:prstGeom>
          <a:noFill/>
          <a:ln w="28575">
            <a:solidFill>
              <a:srgbClr val="005A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F16097-89A1-0AA6-CB6E-E53D2CCA769E}"/>
              </a:ext>
            </a:extLst>
          </p:cNvPr>
          <p:cNvSpPr/>
          <p:nvPr userDrawn="1"/>
        </p:nvSpPr>
        <p:spPr>
          <a:xfrm>
            <a:off x="4275921" y="5037973"/>
            <a:ext cx="3574255" cy="383458"/>
          </a:xfrm>
          <a:prstGeom prst="rect">
            <a:avLst/>
          </a:prstGeom>
          <a:solidFill>
            <a:srgbClr val="005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bg1"/>
              </a:solidFill>
              <a:latin typeface="Calibri body"/>
            </a:endParaRP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240ADDC7-2232-2F0F-5BC8-60E21C71DB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75920" y="5038433"/>
            <a:ext cx="3538538" cy="382588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alibri body"/>
              </a:defRPr>
            </a:lvl1pPr>
          </a:lstStyle>
          <a:p>
            <a:pPr lvl="0"/>
            <a:r>
              <a:rPr lang="en-US" dirty="0"/>
              <a:t>Image Caption</a:t>
            </a:r>
            <a:endParaRPr lang="en-IN" dirty="0"/>
          </a:p>
        </p:txBody>
      </p:sp>
      <p:sp>
        <p:nvSpPr>
          <p:cNvPr id="34" name="Picture Placeholder 4">
            <a:extLst>
              <a:ext uri="{FF2B5EF4-FFF2-40B4-BE49-F238E27FC236}">
                <a16:creationId xmlns:a16="http://schemas.microsoft.com/office/drawing/2014/main" id="{43F85FE7-0BBE-3ECC-128B-5DC65B5BB75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2577" y="1331691"/>
            <a:ext cx="3219470" cy="3575561"/>
          </a:xfrm>
        </p:spPr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0E9D47-E05D-9D23-7C08-14A7E807168C}"/>
              </a:ext>
            </a:extLst>
          </p:cNvPr>
          <p:cNvSpPr/>
          <p:nvPr userDrawn="1"/>
        </p:nvSpPr>
        <p:spPr>
          <a:xfrm>
            <a:off x="7992382" y="1173894"/>
            <a:ext cx="3538567" cy="3864078"/>
          </a:xfrm>
          <a:prstGeom prst="rect">
            <a:avLst/>
          </a:prstGeom>
          <a:noFill/>
          <a:ln w="28575">
            <a:solidFill>
              <a:srgbClr val="005A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55D4FB-08BE-1B62-72C8-92D7ADE480EB}"/>
              </a:ext>
            </a:extLst>
          </p:cNvPr>
          <p:cNvSpPr/>
          <p:nvPr userDrawn="1"/>
        </p:nvSpPr>
        <p:spPr>
          <a:xfrm>
            <a:off x="7975674" y="5052260"/>
            <a:ext cx="3574255" cy="383458"/>
          </a:xfrm>
          <a:prstGeom prst="rect">
            <a:avLst/>
          </a:prstGeom>
          <a:solidFill>
            <a:srgbClr val="005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bg1"/>
              </a:solidFill>
              <a:latin typeface="Calibri body"/>
            </a:endParaRP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AA756C51-1BEF-A59B-D750-00F2F64C61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75673" y="5052720"/>
            <a:ext cx="3538538" cy="382588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alibri body"/>
              </a:defRPr>
            </a:lvl1pPr>
          </a:lstStyle>
          <a:p>
            <a:pPr lvl="0"/>
            <a:r>
              <a:rPr lang="en-US" dirty="0"/>
              <a:t>Image Caption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8956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6D270-D093-4390-6A1D-D118AA7F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6EAA2-C9E9-E8C9-0E0A-D63DAFD35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AF0A2-82A5-4E9D-456D-168D912A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DB9FE7-7D6A-496E-B7A0-22909B7C307B}" type="datetime1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1EA30-AF2D-A3DF-B561-DA29792B0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8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14060-7ADD-AE97-31D5-5DC51762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3965C-C533-CCF8-C59F-EE250D44C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39D8E-AAE8-BBB5-D261-B019F0E6A7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75A417-F1AC-45AE-B732-B177D6C3EDA6}" type="datetime1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741DD-C098-6939-499E-F2490D447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925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94D3-1A63-230A-56EF-61A219505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6C0EC-CC84-AD72-AD99-1F23648CA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2BD8E-83A3-3F9E-1A2E-6C4BC6593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C5D85-A7DC-8D66-76D9-A2A2A289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34AD84-05B5-4661-9539-0544BB54D879}" type="datetime1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1D48B-CA79-8AF6-1B9B-08790E9D9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67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C63F-9DAE-7150-FC58-E09F7FE5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6B6CC-9207-79C7-13DD-AB078FCA0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82D30-4BBE-960B-A561-E120D9422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688868-10EA-B2B3-02D6-7C72E33CB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3E24D-1293-3071-3C31-C03EED0AE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030100-0CFF-DB38-9BE6-3E7CD737BE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E83FD9-6601-45F4-AC2B-E56D2DBFB3A8}" type="datetime1">
              <a:rPr lang="en-IN" smtClean="0"/>
              <a:t>02-01-2026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17A8C7-0AE1-8949-2364-DC40F9672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614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F2DF-52A5-0721-C353-7FD30B69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C0FCF-FDC5-19B9-D5E5-48B87771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E8F756-7511-4C72-A673-4EBF89246929}" type="datetime1">
              <a:rPr lang="en-IN" smtClean="0"/>
              <a:t>02-01-2026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4F612-05E2-ED21-ED9C-B97D53A7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59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32D4B2-EFD5-C55A-1B26-5C13C3E6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70C501-60E3-4DD4-9825-4969D2DEC193}" type="datetime1">
              <a:rPr lang="en-IN" smtClean="0"/>
              <a:t>02-01-2026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A3179A-3773-0A95-69D8-3436206C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60B571F-0DCC-A506-5528-2ADF383AA8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4743" y="0"/>
            <a:ext cx="6368681" cy="635635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74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9D05-65E5-0DCA-FE0F-BD543C5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F404F-5076-CE31-A01F-DBF3A387A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8BC7B-16E0-1F2C-724B-B68F1FF6A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5A350-A074-59EB-D4E8-A1BF2FFF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419ACE-E29C-4B7D-B913-DEF812224FE3}" type="datetime1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AB983-602C-108F-B865-6DACC5F2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651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C42E-4365-8338-3F32-BC0686EF1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25EA7A-0261-8825-BE69-788D35410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F7D07-9ED8-4459-A7B0-CDAF01EBD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4A07D-0483-0BB4-0ECE-04B55720F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CB9248-1E1E-423E-9F83-4B5F0E0764A8}" type="datetime1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F4F54-44BC-3562-882F-CE10A4C6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44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C9B0-73B9-2185-C8AC-078C3062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66EEA-5266-DF81-3CB5-F6F963F4C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3621-2E5E-0036-5126-C50598B1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AA6B69-6F13-4AEA-B213-8BDCE9849EAE}" type="datetime1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172B3-54ED-84D2-0943-000936426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04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88063-4ACB-B475-CB93-946317332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C56E4-590B-C458-AE48-767000E87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42A51-88DD-4839-19A1-2EB930BEBD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90226A-BCCA-4D70-A9F9-71DDE79FB8FE}" type="datetime1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C234C-374E-F523-83B4-77F30F91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879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21479-AF0B-7B3D-FA67-7EC059537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7A81-AB05-A3DE-F586-8D90CCF70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35">
            <a:extLst>
              <a:ext uri="{FF2B5EF4-FFF2-40B4-BE49-F238E27FC236}">
                <a16:creationId xmlns:a16="http://schemas.microsoft.com/office/drawing/2014/main" id="{EB28A782-F12B-5740-483A-CCE8287FEF6E}"/>
              </a:ext>
            </a:extLst>
          </p:cNvPr>
          <p:cNvSpPr txBox="1">
            <a:spLocks/>
          </p:cNvSpPr>
          <p:nvPr userDrawn="1"/>
        </p:nvSpPr>
        <p:spPr>
          <a:xfrm>
            <a:off x="11440585" y="6446838"/>
            <a:ext cx="482600" cy="2719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FFCDC1-1A00-4000-A62E-46145AF01A01}" type="slidenum">
              <a:rPr lang="en-IN" sz="1400" smtClean="0">
                <a:solidFill>
                  <a:schemeClr val="tx1"/>
                </a:solidFill>
              </a:rPr>
              <a:pPr/>
              <a:t>‹#›</a:t>
            </a:fld>
            <a:endParaRPr lang="en-I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64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F9613E-9CC1-FA1A-3C8E-CCBC043D587D}"/>
              </a:ext>
            </a:extLst>
          </p:cNvPr>
          <p:cNvSpPr/>
          <p:nvPr/>
        </p:nvSpPr>
        <p:spPr>
          <a:xfrm>
            <a:off x="3988683" y="2578989"/>
            <a:ext cx="4214633" cy="170002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tx1"/>
                </a:solidFill>
                <a:latin typeface="Calibri body"/>
              </a:rPr>
              <a:t>WEEKLY PROGRESS REPORT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  <a:latin typeface="Calibri body"/>
              </a:rPr>
              <a:t>REPORT NO. 08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  <a:latin typeface="Calibri body"/>
              </a:rPr>
              <a:t>(</a:t>
            </a:r>
            <a:r>
              <a:rPr lang="en-US" b="1" dirty="0" err="1">
                <a:solidFill>
                  <a:schemeClr val="tx1"/>
                </a:solidFill>
                <a:latin typeface="Calibri body"/>
              </a:rPr>
              <a:t>XX</a:t>
            </a:r>
            <a:r>
              <a:rPr lang="en-US" b="1" baseline="30000" dirty="0" err="1">
                <a:solidFill>
                  <a:schemeClr val="tx1"/>
                </a:solidFill>
                <a:latin typeface="Calibri body"/>
              </a:rPr>
              <a:t>st</a:t>
            </a:r>
            <a:r>
              <a:rPr lang="en-US" b="1" dirty="0">
                <a:solidFill>
                  <a:schemeClr val="tx1"/>
                </a:solidFill>
                <a:latin typeface="Calibri body"/>
              </a:rPr>
              <a:t> Jun 26 to </a:t>
            </a:r>
            <a:r>
              <a:rPr lang="en-US" b="1" dirty="0" err="1">
                <a:solidFill>
                  <a:schemeClr val="tx1"/>
                </a:solidFill>
                <a:latin typeface="Calibri body"/>
              </a:rPr>
              <a:t>XX</a:t>
            </a:r>
            <a:r>
              <a:rPr lang="en-US" b="1" baseline="30000" dirty="0" err="1">
                <a:solidFill>
                  <a:schemeClr val="tx1"/>
                </a:solidFill>
                <a:latin typeface="Calibri body"/>
              </a:rPr>
              <a:t>th</a:t>
            </a:r>
            <a:r>
              <a:rPr lang="en-US" b="1" dirty="0">
                <a:solidFill>
                  <a:schemeClr val="tx1"/>
                </a:solidFill>
                <a:latin typeface="Calibri body"/>
              </a:rPr>
              <a:t> Jun 26)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04C989B-C72B-D883-BB91-E2639A334B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86131" y="6496334"/>
            <a:ext cx="5029342" cy="192392"/>
          </a:xfrm>
        </p:spPr>
        <p:txBody>
          <a:bodyPr/>
          <a:lstStyle/>
          <a:p>
            <a:r>
              <a:rPr lang="en-US" dirty="0"/>
              <a:t>Safari Industrial Plant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0645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56E4-1E50-1A19-B651-CB489214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C85A6F0-5752-4EFE-8512-EF481190C2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86131" y="6496334"/>
            <a:ext cx="5029342" cy="192392"/>
          </a:xfrm>
        </p:spPr>
        <p:txBody>
          <a:bodyPr/>
          <a:lstStyle/>
          <a:p>
            <a:r>
              <a:rPr lang="en-US" dirty="0"/>
              <a:t>Safari Industrial Plant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304AF-CD21-F95B-5AC1-F42F16E3BAB8}"/>
              </a:ext>
            </a:extLst>
          </p:cNvPr>
          <p:cNvSpPr txBox="1"/>
          <p:nvPr/>
        </p:nvSpPr>
        <p:spPr>
          <a:xfrm>
            <a:off x="587663" y="49842"/>
            <a:ext cx="19473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Calibri body"/>
              </a:rPr>
              <a:t>Scope of Work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8FB6B4-DDC7-4561-B873-9466107C3AB5}"/>
              </a:ext>
            </a:extLst>
          </p:cNvPr>
          <p:cNvCxnSpPr>
            <a:cxnSpLocks/>
          </p:cNvCxnSpPr>
          <p:nvPr/>
        </p:nvCxnSpPr>
        <p:spPr>
          <a:xfrm flipH="1">
            <a:off x="-3255693" y="8434815"/>
            <a:ext cx="4370912" cy="0"/>
          </a:xfrm>
          <a:prstGeom prst="line">
            <a:avLst/>
          </a:prstGeom>
          <a:ln w="19050">
            <a:solidFill>
              <a:srgbClr val="67AC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AB3B32A9-0743-4493-B27D-3FAEA9157F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5" b="708"/>
          <a:stretch/>
        </p:blipFill>
        <p:spPr bwMode="auto">
          <a:xfrm>
            <a:off x="116339" y="2110216"/>
            <a:ext cx="7280151" cy="42489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C00A5DD-CAAA-459E-860A-ECB09D9E8881}"/>
              </a:ext>
            </a:extLst>
          </p:cNvPr>
          <p:cNvCxnSpPr>
            <a:cxnSpLocks/>
          </p:cNvCxnSpPr>
          <p:nvPr/>
        </p:nvCxnSpPr>
        <p:spPr>
          <a:xfrm flipV="1">
            <a:off x="6548674" y="3271882"/>
            <a:ext cx="0" cy="1676393"/>
          </a:xfrm>
          <a:prstGeom prst="line">
            <a:avLst/>
          </a:prstGeom>
          <a:ln w="28575">
            <a:solidFill>
              <a:schemeClr val="accent2"/>
            </a:solidFill>
            <a:prstDash val="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CD39CCF-FFEE-40F0-87BE-F02D829D00C5}"/>
              </a:ext>
            </a:extLst>
          </p:cNvPr>
          <p:cNvCxnSpPr>
            <a:cxnSpLocks/>
          </p:cNvCxnSpPr>
          <p:nvPr/>
        </p:nvCxnSpPr>
        <p:spPr>
          <a:xfrm flipH="1" flipV="1">
            <a:off x="1948480" y="2919407"/>
            <a:ext cx="28331" cy="2110902"/>
          </a:xfrm>
          <a:prstGeom prst="line">
            <a:avLst/>
          </a:prstGeom>
          <a:ln w="28575">
            <a:solidFill>
              <a:schemeClr val="accent2"/>
            </a:solidFill>
            <a:prstDash val="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BDF268B1-F0F3-4D79-B954-26150E59D2F8}"/>
              </a:ext>
            </a:extLst>
          </p:cNvPr>
          <p:cNvSpPr/>
          <p:nvPr/>
        </p:nvSpPr>
        <p:spPr>
          <a:xfrm>
            <a:off x="5884165" y="4948275"/>
            <a:ext cx="1329017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hangingPunct="0"/>
            <a:r>
              <a:rPr lang="en-US" sz="1600" b="1" dirty="0">
                <a:ea typeface="Times New Roman" panose="02020603050405020304" pitchFamily="18" charset="0"/>
                <a:cs typeface="Shruti" panose="020B0502040204020203" pitchFamily="34" charset="0"/>
              </a:rPr>
              <a:t>608.82 sqm</a:t>
            </a:r>
            <a:endParaRPr lang="en-IN" sz="1600" b="1" dirty="0">
              <a:ea typeface="Times New Roman" panose="02020603050405020304" pitchFamily="18" charset="0"/>
              <a:cs typeface="Shruti" panose="020B0502040204020203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0DA64C1-34D0-4522-B1F7-DFB3A4DE162B}"/>
              </a:ext>
            </a:extLst>
          </p:cNvPr>
          <p:cNvCxnSpPr>
            <a:cxnSpLocks/>
          </p:cNvCxnSpPr>
          <p:nvPr/>
        </p:nvCxnSpPr>
        <p:spPr>
          <a:xfrm flipH="1" flipV="1">
            <a:off x="4490385" y="4110078"/>
            <a:ext cx="1" cy="1103762"/>
          </a:xfrm>
          <a:prstGeom prst="line">
            <a:avLst/>
          </a:prstGeom>
          <a:ln w="28575">
            <a:solidFill>
              <a:schemeClr val="accent2"/>
            </a:solidFill>
            <a:prstDash val="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66A19CE-A0F5-498D-AAA9-286BC0F959CF}"/>
              </a:ext>
            </a:extLst>
          </p:cNvPr>
          <p:cNvCxnSpPr>
            <a:cxnSpLocks/>
          </p:cNvCxnSpPr>
          <p:nvPr/>
        </p:nvCxnSpPr>
        <p:spPr>
          <a:xfrm flipV="1">
            <a:off x="3040300" y="2515057"/>
            <a:ext cx="0" cy="2515252"/>
          </a:xfrm>
          <a:prstGeom prst="line">
            <a:avLst/>
          </a:prstGeom>
          <a:ln w="28575">
            <a:solidFill>
              <a:schemeClr val="accent2"/>
            </a:solidFill>
            <a:prstDash val="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8A956C3-50AD-48B4-B2E7-B4AACE1D6785}"/>
              </a:ext>
            </a:extLst>
          </p:cNvPr>
          <p:cNvCxnSpPr>
            <a:cxnSpLocks/>
            <a:endCxn id="59" idx="2"/>
          </p:cNvCxnSpPr>
          <p:nvPr/>
        </p:nvCxnSpPr>
        <p:spPr>
          <a:xfrm flipH="1" flipV="1">
            <a:off x="1035017" y="3564752"/>
            <a:ext cx="23116" cy="1465558"/>
          </a:xfrm>
          <a:prstGeom prst="line">
            <a:avLst/>
          </a:prstGeom>
          <a:ln w="28575">
            <a:solidFill>
              <a:schemeClr val="accent2"/>
            </a:solidFill>
            <a:prstDash val="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CC042793-A362-496B-84A3-F530CE05B8BB}"/>
              </a:ext>
            </a:extLst>
          </p:cNvPr>
          <p:cNvSpPr/>
          <p:nvPr/>
        </p:nvSpPr>
        <p:spPr>
          <a:xfrm>
            <a:off x="1223787" y="2581344"/>
            <a:ext cx="1329017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hangingPunct="0"/>
            <a:r>
              <a:rPr lang="en-US" sz="1600" b="1" dirty="0">
                <a:ea typeface="Times New Roman" panose="02020603050405020304" pitchFamily="18" charset="0"/>
                <a:cs typeface="Shruti" panose="020B0502040204020203" pitchFamily="34" charset="0"/>
              </a:rPr>
              <a:t>608.82 sqm</a:t>
            </a:r>
            <a:endParaRPr lang="en-IN" sz="1600" b="1" dirty="0">
              <a:ea typeface="Times New Roman" panose="02020603050405020304" pitchFamily="18" charset="0"/>
              <a:cs typeface="Shruti" panose="020B050204020402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6FB54A1-135B-4A7B-BFFE-4D2B40A2C616}"/>
              </a:ext>
            </a:extLst>
          </p:cNvPr>
          <p:cNvSpPr/>
          <p:nvPr/>
        </p:nvSpPr>
        <p:spPr>
          <a:xfrm>
            <a:off x="2375791" y="2176503"/>
            <a:ext cx="1329017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hangingPunct="0"/>
            <a:r>
              <a:rPr lang="en-US" sz="1600" b="1" dirty="0">
                <a:ea typeface="Times New Roman" panose="02020603050405020304" pitchFamily="18" charset="0"/>
                <a:cs typeface="Shruti" panose="020B0502040204020203" pitchFamily="34" charset="0"/>
              </a:rPr>
              <a:t>608.82 sqm</a:t>
            </a:r>
            <a:endParaRPr lang="en-IN" sz="1600" b="1" dirty="0">
              <a:ea typeface="Times New Roman" panose="02020603050405020304" pitchFamily="18" charset="0"/>
              <a:cs typeface="Shruti" panose="020B0502040204020203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5322CDE-D424-4DA8-BFAD-D3169043FDE2}"/>
              </a:ext>
            </a:extLst>
          </p:cNvPr>
          <p:cNvSpPr/>
          <p:nvPr/>
        </p:nvSpPr>
        <p:spPr>
          <a:xfrm>
            <a:off x="370508" y="3226198"/>
            <a:ext cx="1329017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hangingPunct="0"/>
            <a:r>
              <a:rPr lang="en-US" sz="1600" b="1" dirty="0">
                <a:ea typeface="Times New Roman" panose="02020603050405020304" pitchFamily="18" charset="0"/>
                <a:cs typeface="Shruti" panose="020B0502040204020203" pitchFamily="34" charset="0"/>
              </a:rPr>
              <a:t>608.82 sqm</a:t>
            </a:r>
            <a:endParaRPr lang="en-IN" sz="1600" b="1" dirty="0">
              <a:ea typeface="Times New Roman" panose="02020603050405020304" pitchFamily="18" charset="0"/>
              <a:cs typeface="Shruti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910BB7-EEE7-47F4-BD14-3B983EE0449A}"/>
              </a:ext>
            </a:extLst>
          </p:cNvPr>
          <p:cNvSpPr/>
          <p:nvPr/>
        </p:nvSpPr>
        <p:spPr>
          <a:xfrm>
            <a:off x="356049" y="689960"/>
            <a:ext cx="11714026" cy="1077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E8E7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SCOPE OF WORK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Write specific to the site for example which area are you going to do in the following month </a:t>
            </a:r>
            <a:r>
              <a:rPr lang="en-US" sz="1600" dirty="0" err="1"/>
              <a:t>etc</a:t>
            </a:r>
            <a:r>
              <a:rPr lang="en-US" sz="1600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Concreting is permitted only after 2 p.m.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65DC53F-FA08-4F8D-8E6C-C689ED4F0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625635"/>
              </p:ext>
            </p:extLst>
          </p:nvPr>
        </p:nvGraphicFramePr>
        <p:xfrm>
          <a:off x="7645445" y="1904334"/>
          <a:ext cx="4419416" cy="29036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349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457">
                  <a:extLst>
                    <a:ext uri="{9D8B030D-6E8A-4147-A177-3AD203B41FA5}">
                      <a16:colId xmlns:a16="http://schemas.microsoft.com/office/drawing/2014/main" val="2042522140"/>
                    </a:ext>
                  </a:extLst>
                </a:gridCol>
                <a:gridCol w="801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4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S.No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solidFill>
                      <a:srgbClr val="FF61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solidFill>
                      <a:srgbClr val="FF61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Nos</a:t>
                      </a:r>
                    </a:p>
                  </a:txBody>
                  <a:tcPr marL="68580" marR="68580" marT="0" marB="0" anchor="ctr">
                    <a:solidFill>
                      <a:srgbClr val="FF61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Quantity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solidFill>
                      <a:srgbClr val="FF61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dirty="0">
                          <a:solidFill>
                            <a:srgbClr val="000000"/>
                          </a:solidFill>
                          <a:effectLst/>
                        </a:rPr>
                        <a:t>Units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solidFill>
                      <a:srgbClr val="FF61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Footings in 1A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</a:rPr>
                        <a:t>289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r>
                        <a:rPr lang="en-IN" sz="1200" baseline="3000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Footings in 1B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34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</a:rPr>
                        <a:t>407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r>
                        <a:rPr lang="en-IN" sz="1200" baseline="300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Footings in 2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80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r>
                        <a:rPr lang="en-IN" sz="1200" baseline="3000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Footings in 3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150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r>
                        <a:rPr lang="en-IN" sz="1200" baseline="3000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Footings in 4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150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r>
                        <a:rPr lang="en-IN" sz="1200" baseline="3000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7823696"/>
                  </a:ext>
                </a:extLst>
              </a:tr>
              <a:tr h="6534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Total Footings in xx building or area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100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</a:rPr>
                        <a:t>3090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r>
                        <a:rPr lang="en-IN" sz="1200" baseline="3000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2179F48A-B32D-4BF3-BA88-5AA3CE8BD915}"/>
              </a:ext>
            </a:extLst>
          </p:cNvPr>
          <p:cNvSpPr/>
          <p:nvPr/>
        </p:nvSpPr>
        <p:spPr>
          <a:xfrm>
            <a:off x="3825877" y="5213839"/>
            <a:ext cx="1329017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hangingPunct="0"/>
            <a:r>
              <a:rPr lang="en-US" sz="1600" b="1" dirty="0">
                <a:ea typeface="Times New Roman" panose="02020603050405020304" pitchFamily="18" charset="0"/>
                <a:cs typeface="Shruti" panose="020B0502040204020203" pitchFamily="34" charset="0"/>
              </a:rPr>
              <a:t>608.82 sqm</a:t>
            </a:r>
            <a:endParaRPr lang="en-IN" sz="1600" b="1" dirty="0">
              <a:ea typeface="Times New Roman" panose="02020603050405020304" pitchFamily="18" charset="0"/>
              <a:cs typeface="Shruti" panose="020B05020402040202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5CBD5B-4DF5-45E0-8EFD-B2617ADD7044}"/>
              </a:ext>
            </a:extLst>
          </p:cNvPr>
          <p:cNvSpPr/>
          <p:nvPr/>
        </p:nvSpPr>
        <p:spPr>
          <a:xfrm>
            <a:off x="7640231" y="4936306"/>
            <a:ext cx="4424630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E8E7"/>
            </a:solidFill>
          </a:ln>
        </p:spPr>
        <p:txBody>
          <a:bodyPr wrap="square">
            <a:spAutoFit/>
          </a:bodyPr>
          <a:lstStyle/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Write specific to the site for example which area are you going to do in the following month </a:t>
            </a:r>
            <a:r>
              <a:rPr lang="en-US" sz="1600" dirty="0" err="1"/>
              <a:t>etc</a:t>
            </a:r>
            <a:r>
              <a:rPr lang="en-US" sz="1600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Concreting is permitted only after 2 p.m.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A1356A-9FC5-47D7-9CD6-6BD897B3C6AF}"/>
              </a:ext>
            </a:extLst>
          </p:cNvPr>
          <p:cNvSpPr/>
          <p:nvPr/>
        </p:nvSpPr>
        <p:spPr>
          <a:xfrm>
            <a:off x="5643327" y="2872638"/>
            <a:ext cx="1361520" cy="399244"/>
          </a:xfrm>
          <a:prstGeom prst="rect">
            <a:avLst/>
          </a:prstGeom>
          <a:solidFill>
            <a:srgbClr val="92D05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C9F384-BFA2-43A9-8557-8BDF4168F0FE}"/>
              </a:ext>
            </a:extLst>
          </p:cNvPr>
          <p:cNvSpPr/>
          <p:nvPr/>
        </p:nvSpPr>
        <p:spPr>
          <a:xfrm>
            <a:off x="4176875" y="3732512"/>
            <a:ext cx="1329016" cy="39924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C734E8-5C9D-480F-B4BE-22EF9461BAA6}"/>
              </a:ext>
            </a:extLst>
          </p:cNvPr>
          <p:cNvSpPr/>
          <p:nvPr/>
        </p:nvSpPr>
        <p:spPr>
          <a:xfrm>
            <a:off x="2324226" y="5095877"/>
            <a:ext cx="846673" cy="456516"/>
          </a:xfrm>
          <a:prstGeom prst="rect">
            <a:avLst/>
          </a:prstGeom>
          <a:solidFill>
            <a:srgbClr val="FFE8E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099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91B89-E765-2C0C-0553-1BA9139FF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C729F6-8B98-A02D-4455-FAED2EA3F4B5}"/>
              </a:ext>
            </a:extLst>
          </p:cNvPr>
          <p:cNvSpPr txBox="1"/>
          <p:nvPr/>
        </p:nvSpPr>
        <p:spPr>
          <a:xfrm>
            <a:off x="587663" y="49842"/>
            <a:ext cx="19473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Calibri body"/>
              </a:rPr>
              <a:t>Project Brief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7C9172F-9EF3-4D0F-CB9B-13DC4B700B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86131" y="6496334"/>
            <a:ext cx="5029342" cy="192392"/>
          </a:xfrm>
        </p:spPr>
        <p:txBody>
          <a:bodyPr/>
          <a:lstStyle/>
          <a:p>
            <a:r>
              <a:rPr lang="en-US" dirty="0"/>
              <a:t>Safari Industrial Plant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28EF1B-296E-4FDE-BB36-E80EBD78E3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" t="17564" r="1815" b="17051"/>
          <a:stretch/>
        </p:blipFill>
        <p:spPr>
          <a:xfrm>
            <a:off x="0" y="518282"/>
            <a:ext cx="8964916" cy="4669702"/>
          </a:xfrm>
          <a:prstGeom prst="rect">
            <a:avLst/>
          </a:prstGeom>
        </p:spPr>
      </p:pic>
      <p:pic>
        <p:nvPicPr>
          <p:cNvPr id="5" name="Picture 4" descr="Architecture Villa Image: Architectural North Arrow">
            <a:extLst>
              <a:ext uri="{FF2B5EF4-FFF2-40B4-BE49-F238E27FC236}">
                <a16:creationId xmlns:a16="http://schemas.microsoft.com/office/drawing/2014/main" id="{FC747938-3DAC-49AF-BB3A-5137BCDF0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8" t="27771" r="22645" b="18034"/>
          <a:stretch/>
        </p:blipFill>
        <p:spPr bwMode="auto">
          <a:xfrm rot="8780802">
            <a:off x="8250991" y="5200789"/>
            <a:ext cx="784087" cy="79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D3707B0-2B71-4C6E-AD5B-A14EC0D26B9F}"/>
              </a:ext>
            </a:extLst>
          </p:cNvPr>
          <p:cNvGrpSpPr/>
          <p:nvPr/>
        </p:nvGrpSpPr>
        <p:grpSpPr>
          <a:xfrm>
            <a:off x="174821" y="5241418"/>
            <a:ext cx="2627374" cy="1098300"/>
            <a:chOff x="10403433" y="6090175"/>
            <a:chExt cx="5132854" cy="244761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922D109-8322-4751-82B8-2485D0212A52}"/>
                </a:ext>
              </a:extLst>
            </p:cNvPr>
            <p:cNvGrpSpPr/>
            <p:nvPr/>
          </p:nvGrpSpPr>
          <p:grpSpPr>
            <a:xfrm>
              <a:off x="10403433" y="6090175"/>
              <a:ext cx="5132854" cy="2447615"/>
              <a:chOff x="8973430" y="5940932"/>
              <a:chExt cx="5132854" cy="2447615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780B7C4-8564-46A0-810D-36772B2535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31" t="17564" r="1815" b="17051"/>
              <a:stretch/>
            </p:blipFill>
            <p:spPr>
              <a:xfrm>
                <a:off x="8973430" y="5940932"/>
                <a:ext cx="5132854" cy="2447615"/>
              </a:xfrm>
              <a:prstGeom prst="rect">
                <a:avLst/>
              </a:prstGeom>
            </p:spPr>
          </p:pic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3661DCA-D0A7-4153-98BB-625ADFC35870}"/>
                  </a:ext>
                </a:extLst>
              </p:cNvPr>
              <p:cNvSpPr/>
              <p:nvPr/>
            </p:nvSpPr>
            <p:spPr>
              <a:xfrm>
                <a:off x="9383349" y="6282362"/>
                <a:ext cx="2279406" cy="2011645"/>
              </a:xfrm>
              <a:custGeom>
                <a:avLst/>
                <a:gdLst>
                  <a:gd name="connsiteX0" fmla="*/ 0 w 3892061"/>
                  <a:gd name="connsiteY0" fmla="*/ 3434862 h 3434862"/>
                  <a:gd name="connsiteX1" fmla="*/ 0 w 3892061"/>
                  <a:gd name="connsiteY1" fmla="*/ 0 h 3434862"/>
                  <a:gd name="connsiteX2" fmla="*/ 3892061 w 3892061"/>
                  <a:gd name="connsiteY2" fmla="*/ 0 h 3434862"/>
                  <a:gd name="connsiteX3" fmla="*/ 3892061 w 3892061"/>
                  <a:gd name="connsiteY3" fmla="*/ 2497015 h 3434862"/>
                  <a:gd name="connsiteX4" fmla="*/ 3516923 w 3892061"/>
                  <a:gd name="connsiteY4" fmla="*/ 2497015 h 3434862"/>
                  <a:gd name="connsiteX5" fmla="*/ 2825261 w 3892061"/>
                  <a:gd name="connsiteY5" fmla="*/ 3399692 h 3434862"/>
                  <a:gd name="connsiteX6" fmla="*/ 0 w 3892061"/>
                  <a:gd name="connsiteY6" fmla="*/ 3434862 h 3434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92061" h="3434862">
                    <a:moveTo>
                      <a:pt x="0" y="3434862"/>
                    </a:moveTo>
                    <a:lnTo>
                      <a:pt x="0" y="0"/>
                    </a:lnTo>
                    <a:lnTo>
                      <a:pt x="3892061" y="0"/>
                    </a:lnTo>
                    <a:lnTo>
                      <a:pt x="3892061" y="2497015"/>
                    </a:lnTo>
                    <a:lnTo>
                      <a:pt x="3516923" y="2497015"/>
                    </a:lnTo>
                    <a:lnTo>
                      <a:pt x="2825261" y="3399692"/>
                    </a:lnTo>
                    <a:lnTo>
                      <a:pt x="0" y="3434862"/>
                    </a:lnTo>
                    <a:close/>
                  </a:path>
                </a:pathLst>
              </a:custGeom>
              <a:solidFill>
                <a:schemeClr val="accent2">
                  <a:alpha val="4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573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147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720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293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7867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440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013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587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379CADA-F6E9-43C9-8B45-004DCC431756}"/>
                  </a:ext>
                </a:extLst>
              </p:cNvPr>
              <p:cNvSpPr/>
              <p:nvPr/>
            </p:nvSpPr>
            <p:spPr>
              <a:xfrm rot="10800000">
                <a:off x="11798648" y="6274741"/>
                <a:ext cx="2279406" cy="2011645"/>
              </a:xfrm>
              <a:custGeom>
                <a:avLst/>
                <a:gdLst>
                  <a:gd name="connsiteX0" fmla="*/ 0 w 3892061"/>
                  <a:gd name="connsiteY0" fmla="*/ 3434862 h 3434862"/>
                  <a:gd name="connsiteX1" fmla="*/ 0 w 3892061"/>
                  <a:gd name="connsiteY1" fmla="*/ 0 h 3434862"/>
                  <a:gd name="connsiteX2" fmla="*/ 3892061 w 3892061"/>
                  <a:gd name="connsiteY2" fmla="*/ 0 h 3434862"/>
                  <a:gd name="connsiteX3" fmla="*/ 3892061 w 3892061"/>
                  <a:gd name="connsiteY3" fmla="*/ 2497015 h 3434862"/>
                  <a:gd name="connsiteX4" fmla="*/ 3516923 w 3892061"/>
                  <a:gd name="connsiteY4" fmla="*/ 2497015 h 3434862"/>
                  <a:gd name="connsiteX5" fmla="*/ 2825261 w 3892061"/>
                  <a:gd name="connsiteY5" fmla="*/ 3399692 h 3434862"/>
                  <a:gd name="connsiteX6" fmla="*/ 0 w 3892061"/>
                  <a:gd name="connsiteY6" fmla="*/ 3434862 h 3434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92061" h="3434862">
                    <a:moveTo>
                      <a:pt x="0" y="3434862"/>
                    </a:moveTo>
                    <a:lnTo>
                      <a:pt x="0" y="0"/>
                    </a:lnTo>
                    <a:lnTo>
                      <a:pt x="3892061" y="0"/>
                    </a:lnTo>
                    <a:lnTo>
                      <a:pt x="3892061" y="2497015"/>
                    </a:lnTo>
                    <a:lnTo>
                      <a:pt x="3516923" y="2497015"/>
                    </a:lnTo>
                    <a:lnTo>
                      <a:pt x="2825261" y="3399692"/>
                    </a:lnTo>
                    <a:lnTo>
                      <a:pt x="0" y="3434862"/>
                    </a:lnTo>
                    <a:close/>
                  </a:path>
                </a:pathLst>
              </a:custGeom>
              <a:solidFill>
                <a:srgbClr val="C6DCF1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573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147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720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293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7867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440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013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587" algn="l" defTabSz="1219147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/>
              </a:p>
            </p:txBody>
          </p:sp>
        </p:grp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EB3B89A4-C24C-4D74-AE7A-AAE43DD40AC5}"/>
                </a:ext>
              </a:extLst>
            </p:cNvPr>
            <p:cNvSpPr txBox="1"/>
            <p:nvPr/>
          </p:nvSpPr>
          <p:spPr>
            <a:xfrm>
              <a:off x="11331732" y="7083149"/>
              <a:ext cx="1502724" cy="1028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3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47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0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293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67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40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13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587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1A</a:t>
              </a:r>
              <a:endParaRPr lang="en-IN" b="1" dirty="0"/>
            </a:p>
          </p:txBody>
        </p:sp>
        <p:sp>
          <p:nvSpPr>
            <p:cNvPr id="9" name="TextBox 22">
              <a:extLst>
                <a:ext uri="{FF2B5EF4-FFF2-40B4-BE49-F238E27FC236}">
                  <a16:creationId xmlns:a16="http://schemas.microsoft.com/office/drawing/2014/main" id="{6E2AAA40-19AC-4880-9739-37C7CF7FB882}"/>
                </a:ext>
              </a:extLst>
            </p:cNvPr>
            <p:cNvSpPr txBox="1"/>
            <p:nvPr/>
          </p:nvSpPr>
          <p:spPr>
            <a:xfrm>
              <a:off x="13782234" y="7083149"/>
              <a:ext cx="1502724" cy="1028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3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47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0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293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67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40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13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587" algn="l" defTabSz="121914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 1B</a:t>
              </a:r>
              <a:endParaRPr lang="en-IN" b="1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96EE058-FD85-480C-95F4-5F71F5A08369}"/>
              </a:ext>
            </a:extLst>
          </p:cNvPr>
          <p:cNvSpPr/>
          <p:nvPr/>
        </p:nvSpPr>
        <p:spPr>
          <a:xfrm>
            <a:off x="174821" y="560705"/>
            <a:ext cx="4579079" cy="4604668"/>
          </a:xfrm>
          <a:prstGeom prst="rect">
            <a:avLst/>
          </a:prstGeom>
          <a:solidFill>
            <a:srgbClr val="92D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C5D56C-5F6E-4FCE-8C94-99DDA98273D5}"/>
              </a:ext>
            </a:extLst>
          </p:cNvPr>
          <p:cNvSpPr/>
          <p:nvPr/>
        </p:nvSpPr>
        <p:spPr>
          <a:xfrm>
            <a:off x="4866060" y="3916976"/>
            <a:ext cx="2240141" cy="1271008"/>
          </a:xfrm>
          <a:prstGeom prst="rect">
            <a:avLst/>
          </a:prstGeom>
          <a:solidFill>
            <a:srgbClr val="FFFF3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66A3D1-9333-489B-8FF3-C3A07D41EEA4}"/>
              </a:ext>
            </a:extLst>
          </p:cNvPr>
          <p:cNvSpPr/>
          <p:nvPr/>
        </p:nvSpPr>
        <p:spPr>
          <a:xfrm>
            <a:off x="7252901" y="3746089"/>
            <a:ext cx="1709199" cy="1441895"/>
          </a:xfrm>
          <a:prstGeom prst="rect">
            <a:avLst/>
          </a:prstGeom>
          <a:solidFill>
            <a:srgbClr val="FF00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E42FC9-272E-48F7-8D26-B5021ABDEE02}"/>
              </a:ext>
            </a:extLst>
          </p:cNvPr>
          <p:cNvSpPr/>
          <p:nvPr/>
        </p:nvSpPr>
        <p:spPr>
          <a:xfrm>
            <a:off x="4788795" y="549505"/>
            <a:ext cx="4173306" cy="3124716"/>
          </a:xfrm>
          <a:prstGeom prst="rect">
            <a:avLst/>
          </a:prstGeom>
          <a:solidFill>
            <a:schemeClr val="tx2">
              <a:lumMod val="25000"/>
              <a:lumOff val="7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437EF8-A2D1-415E-BEBD-E895D91E370B}"/>
              </a:ext>
            </a:extLst>
          </p:cNvPr>
          <p:cNvSpPr/>
          <p:nvPr/>
        </p:nvSpPr>
        <p:spPr>
          <a:xfrm>
            <a:off x="3272883" y="5412564"/>
            <a:ext cx="494995" cy="386340"/>
          </a:xfrm>
          <a:prstGeom prst="rect">
            <a:avLst/>
          </a:prstGeom>
          <a:solidFill>
            <a:srgbClr val="92D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09E8D5-6E1B-4C92-BC60-B0A696AE0134}"/>
              </a:ext>
            </a:extLst>
          </p:cNvPr>
          <p:cNvSpPr/>
          <p:nvPr/>
        </p:nvSpPr>
        <p:spPr>
          <a:xfrm>
            <a:off x="3272883" y="5874949"/>
            <a:ext cx="494995" cy="386341"/>
          </a:xfrm>
          <a:prstGeom prst="rect">
            <a:avLst/>
          </a:prstGeom>
          <a:solidFill>
            <a:srgbClr val="FFFF3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44A8F2-C17B-424E-ABE1-37C3B6DEB866}"/>
              </a:ext>
            </a:extLst>
          </p:cNvPr>
          <p:cNvSpPr/>
          <p:nvPr/>
        </p:nvSpPr>
        <p:spPr>
          <a:xfrm>
            <a:off x="5158873" y="5412564"/>
            <a:ext cx="494995" cy="386341"/>
          </a:xfrm>
          <a:prstGeom prst="rect">
            <a:avLst/>
          </a:prstGeom>
          <a:solidFill>
            <a:srgbClr val="FF00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B68F53-0F7E-4673-A0B2-C9FFA2CF5635}"/>
              </a:ext>
            </a:extLst>
          </p:cNvPr>
          <p:cNvSpPr/>
          <p:nvPr/>
        </p:nvSpPr>
        <p:spPr>
          <a:xfrm>
            <a:off x="5158873" y="5852339"/>
            <a:ext cx="494995" cy="386341"/>
          </a:xfrm>
          <a:prstGeom prst="rect">
            <a:avLst/>
          </a:prstGeom>
          <a:solidFill>
            <a:schemeClr val="tx2">
              <a:lumMod val="25000"/>
              <a:lumOff val="7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00E26-D81B-409B-A9B1-945AB9AC1E11}"/>
              </a:ext>
            </a:extLst>
          </p:cNvPr>
          <p:cNvSpPr txBox="1"/>
          <p:nvPr/>
        </p:nvSpPr>
        <p:spPr>
          <a:xfrm>
            <a:off x="3793149" y="5460551"/>
            <a:ext cx="1109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Completed</a:t>
            </a:r>
            <a:endParaRPr lang="en-IN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47D53D-9605-495C-B1C2-9CE394E34EF3}"/>
              </a:ext>
            </a:extLst>
          </p:cNvPr>
          <p:cNvSpPr txBox="1"/>
          <p:nvPr/>
        </p:nvSpPr>
        <p:spPr>
          <a:xfrm>
            <a:off x="3793149" y="5930903"/>
            <a:ext cx="1109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 Progress</a:t>
            </a:r>
            <a:endParaRPr lang="en-IN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D5EDEE-797B-41CF-B270-D16F448F936B}"/>
              </a:ext>
            </a:extLst>
          </p:cNvPr>
          <p:cNvSpPr txBox="1"/>
          <p:nvPr/>
        </p:nvSpPr>
        <p:spPr>
          <a:xfrm>
            <a:off x="5655659" y="5474861"/>
            <a:ext cx="1109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Pending</a:t>
            </a:r>
            <a:endParaRPr lang="en-IN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FB9E29-9B00-4018-9B91-E9EB39242FA0}"/>
              </a:ext>
            </a:extLst>
          </p:cNvPr>
          <p:cNvSpPr txBox="1"/>
          <p:nvPr/>
        </p:nvSpPr>
        <p:spPr>
          <a:xfrm>
            <a:off x="5655659" y="5930903"/>
            <a:ext cx="1109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Future work</a:t>
            </a:r>
            <a:endParaRPr lang="en-IN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02B297-B0DF-43DF-AE22-9FD86FBA3638}"/>
              </a:ext>
            </a:extLst>
          </p:cNvPr>
          <p:cNvSpPr/>
          <p:nvPr/>
        </p:nvSpPr>
        <p:spPr>
          <a:xfrm>
            <a:off x="9139737" y="689960"/>
            <a:ext cx="2761318" cy="2062103"/>
          </a:xfrm>
          <a:prstGeom prst="rect">
            <a:avLst/>
          </a:prstGeom>
          <a:solidFill>
            <a:srgbClr val="FFE8E7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Reasons for Pending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Labour</a:t>
            </a:r>
            <a:r>
              <a:rPr lang="en-US" sz="1600" dirty="0"/>
              <a:t> Shortage due to </a:t>
            </a:r>
            <a:r>
              <a:rPr lang="en-US" sz="1600" dirty="0" err="1"/>
              <a:t>holi</a:t>
            </a:r>
            <a:r>
              <a:rPr lang="en-US" sz="1600" dirty="0"/>
              <a:t> festival.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Due to Rain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Due to Steel not available on site.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Etc..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A36F85-D28B-412B-976B-DA55D28CF69F}"/>
              </a:ext>
            </a:extLst>
          </p:cNvPr>
          <p:cNvSpPr/>
          <p:nvPr/>
        </p:nvSpPr>
        <p:spPr>
          <a:xfrm>
            <a:off x="9139737" y="3099744"/>
            <a:ext cx="2761318" cy="2062103"/>
          </a:xfrm>
          <a:prstGeom prst="rect">
            <a:avLst/>
          </a:prstGeom>
          <a:solidFill>
            <a:srgbClr val="FFE8E7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Target for Next Week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Total 12 Footings in block A will be completed.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Excavation in Block B will be done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Landfilling in Block C will be completed.</a:t>
            </a:r>
          </a:p>
        </p:txBody>
      </p:sp>
    </p:spTree>
    <p:extLst>
      <p:ext uri="{BB962C8B-B14F-4D97-AF65-F5344CB8AC3E}">
        <p14:creationId xmlns:p14="http://schemas.microsoft.com/office/powerpoint/2010/main" val="247035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91B89-E765-2C0C-0553-1BA9139FF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C729F6-8B98-A02D-4455-FAED2EA3F4B5}"/>
              </a:ext>
            </a:extLst>
          </p:cNvPr>
          <p:cNvSpPr txBox="1"/>
          <p:nvPr/>
        </p:nvSpPr>
        <p:spPr>
          <a:xfrm>
            <a:off x="587663" y="49842"/>
            <a:ext cx="19473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Calibri body"/>
              </a:rPr>
              <a:t>Project Brief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7C9172F-9EF3-4D0F-CB9B-13DC4B700B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86131" y="6496334"/>
            <a:ext cx="5029342" cy="192392"/>
          </a:xfrm>
        </p:spPr>
        <p:txBody>
          <a:bodyPr/>
          <a:lstStyle/>
          <a:p>
            <a:r>
              <a:rPr lang="en-US" dirty="0"/>
              <a:t>Safari Industrial Plant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28EF1B-296E-4FDE-BB36-E80EBD78E3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" t="17564" r="1815" b="17051"/>
          <a:stretch/>
        </p:blipFill>
        <p:spPr>
          <a:xfrm>
            <a:off x="0" y="518282"/>
            <a:ext cx="5873584" cy="356702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5C5D56C-5F6E-4FCE-8C94-99DDA98273D5}"/>
              </a:ext>
            </a:extLst>
          </p:cNvPr>
          <p:cNvSpPr/>
          <p:nvPr/>
        </p:nvSpPr>
        <p:spPr>
          <a:xfrm>
            <a:off x="3010700" y="2872708"/>
            <a:ext cx="2240141" cy="1271008"/>
          </a:xfrm>
          <a:prstGeom prst="rect">
            <a:avLst/>
          </a:prstGeom>
          <a:solidFill>
            <a:srgbClr val="FFFF3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03372C-BF3A-487C-90A1-0072AEDC4378}"/>
              </a:ext>
            </a:extLst>
          </p:cNvPr>
          <p:cNvSpPr/>
          <p:nvPr/>
        </p:nvSpPr>
        <p:spPr>
          <a:xfrm>
            <a:off x="6585584" y="715024"/>
            <a:ext cx="5191432" cy="2443181"/>
          </a:xfrm>
          <a:prstGeom prst="rect">
            <a:avLst/>
          </a:prstGeom>
          <a:noFill/>
          <a:ln w="28575">
            <a:solidFill>
              <a:srgbClr val="005A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7C377A-EDB1-4F3A-8139-7B9B10F5CAC9}"/>
              </a:ext>
            </a:extLst>
          </p:cNvPr>
          <p:cNvSpPr/>
          <p:nvPr/>
        </p:nvSpPr>
        <p:spPr>
          <a:xfrm>
            <a:off x="6562729" y="3157499"/>
            <a:ext cx="5244305" cy="386341"/>
          </a:xfrm>
          <a:prstGeom prst="rect">
            <a:avLst/>
          </a:prstGeom>
          <a:solidFill>
            <a:srgbClr val="005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 body"/>
              </a:rPr>
              <a:t>Add Description of image</a:t>
            </a:r>
            <a:endParaRPr lang="en-IN" b="1" dirty="0">
              <a:solidFill>
                <a:schemeClr val="bg1"/>
              </a:solidFill>
              <a:latin typeface="Calibri body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0509A9-E9DD-45B0-950A-8778AC5358C5}"/>
              </a:ext>
            </a:extLst>
          </p:cNvPr>
          <p:cNvSpPr/>
          <p:nvPr/>
        </p:nvSpPr>
        <p:spPr>
          <a:xfrm>
            <a:off x="6559147" y="3676219"/>
            <a:ext cx="5244306" cy="2281898"/>
          </a:xfrm>
          <a:prstGeom prst="rect">
            <a:avLst/>
          </a:prstGeom>
          <a:noFill/>
          <a:ln w="28575">
            <a:solidFill>
              <a:srgbClr val="005A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CE6561-D092-46C9-B451-0399F5E8A12A}"/>
              </a:ext>
            </a:extLst>
          </p:cNvPr>
          <p:cNvSpPr/>
          <p:nvPr/>
        </p:nvSpPr>
        <p:spPr>
          <a:xfrm>
            <a:off x="6559148" y="5957764"/>
            <a:ext cx="5244306" cy="386341"/>
          </a:xfrm>
          <a:prstGeom prst="rect">
            <a:avLst/>
          </a:prstGeom>
          <a:solidFill>
            <a:srgbClr val="005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 body"/>
              </a:rPr>
              <a:t>Add Description of image</a:t>
            </a:r>
            <a:endParaRPr lang="en-IN" b="1" dirty="0">
              <a:solidFill>
                <a:schemeClr val="bg1"/>
              </a:solidFill>
              <a:latin typeface="Calibri body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A7709C-FFB5-45AD-A845-E7840895D1DF}"/>
              </a:ext>
            </a:extLst>
          </p:cNvPr>
          <p:cNvSpPr/>
          <p:nvPr/>
        </p:nvSpPr>
        <p:spPr>
          <a:xfrm>
            <a:off x="223438" y="3960600"/>
            <a:ext cx="494995" cy="386341"/>
          </a:xfrm>
          <a:prstGeom prst="rect">
            <a:avLst/>
          </a:prstGeom>
          <a:solidFill>
            <a:srgbClr val="FFFF3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DD12B-EF4F-4FFB-8FED-46AC85C5EECD}"/>
              </a:ext>
            </a:extLst>
          </p:cNvPr>
          <p:cNvSpPr txBox="1"/>
          <p:nvPr/>
        </p:nvSpPr>
        <p:spPr>
          <a:xfrm>
            <a:off x="743704" y="4016554"/>
            <a:ext cx="1109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 Progress</a:t>
            </a:r>
            <a:endParaRPr lang="en-IN" sz="14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ED92111B-562C-40BA-86ED-DF477CA28A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2304784"/>
              </p:ext>
            </p:extLst>
          </p:nvPr>
        </p:nvGraphicFramePr>
        <p:xfrm>
          <a:off x="223438" y="4438259"/>
          <a:ext cx="5762693" cy="1973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26" name="Picture 2" descr="Construction Footings: An Introduction | FMP Construction">
            <a:extLst>
              <a:ext uri="{FF2B5EF4-FFF2-40B4-BE49-F238E27FC236}">
                <a16:creationId xmlns:a16="http://schemas.microsoft.com/office/drawing/2014/main" id="{85042CC1-9C80-42B3-A075-FAF0A952F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979" y="3808067"/>
            <a:ext cx="4422614" cy="199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877810-DA0A-43A8-A947-3B21ED70E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4979" y="859787"/>
            <a:ext cx="4422614" cy="218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27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232</Words>
  <Application>Microsoft Office PowerPoint</Application>
  <PresentationFormat>Widescreen</PresentationFormat>
  <Paragraphs>79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Calibri body</vt:lpstr>
      <vt:lpstr>Shruti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Saiyam Shah</dc:creator>
  <cp:lastModifiedBy>SHANIL</cp:lastModifiedBy>
  <cp:revision>54</cp:revision>
  <dcterms:created xsi:type="dcterms:W3CDTF">2024-11-19T17:35:03Z</dcterms:created>
  <dcterms:modified xsi:type="dcterms:W3CDTF">2026-01-02T16:39:33Z</dcterms:modified>
</cp:coreProperties>
</file>